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30275213" cy="42803763"/>
  <p:notesSz cx="9928225" cy="6797675"/>
  <p:defaultTextStyle>
    <a:defPPr>
      <a:defRPr lang="en-US"/>
    </a:defPPr>
    <a:lvl1pPr algn="r" rtl="1" fontAlgn="base">
      <a:spcBef>
        <a:spcPct val="0"/>
      </a:spcBef>
      <a:spcAft>
        <a:spcPct val="0"/>
      </a:spcAft>
      <a:defRPr sz="4446" b="1" kern="1200">
        <a:solidFill>
          <a:srgbClr val="003399"/>
        </a:solidFill>
        <a:latin typeface="Arial" charset="0"/>
        <a:ea typeface="+mn-ea"/>
        <a:cs typeface="Arial" charset="0"/>
      </a:defRPr>
    </a:lvl1pPr>
    <a:lvl2pPr marL="441884" algn="r" rtl="1" fontAlgn="base">
      <a:spcBef>
        <a:spcPct val="0"/>
      </a:spcBef>
      <a:spcAft>
        <a:spcPct val="0"/>
      </a:spcAft>
      <a:defRPr sz="4446" b="1" kern="1200">
        <a:solidFill>
          <a:srgbClr val="003399"/>
        </a:solidFill>
        <a:latin typeface="Arial" charset="0"/>
        <a:ea typeface="+mn-ea"/>
        <a:cs typeface="Arial" charset="0"/>
      </a:defRPr>
    </a:lvl2pPr>
    <a:lvl3pPr marL="883768" algn="r" rtl="1" fontAlgn="base">
      <a:spcBef>
        <a:spcPct val="0"/>
      </a:spcBef>
      <a:spcAft>
        <a:spcPct val="0"/>
      </a:spcAft>
      <a:defRPr sz="4446" b="1" kern="1200">
        <a:solidFill>
          <a:srgbClr val="003399"/>
        </a:solidFill>
        <a:latin typeface="Arial" charset="0"/>
        <a:ea typeface="+mn-ea"/>
        <a:cs typeface="Arial" charset="0"/>
      </a:defRPr>
    </a:lvl3pPr>
    <a:lvl4pPr marL="1325651" algn="r" rtl="1" fontAlgn="base">
      <a:spcBef>
        <a:spcPct val="0"/>
      </a:spcBef>
      <a:spcAft>
        <a:spcPct val="0"/>
      </a:spcAft>
      <a:defRPr sz="4446" b="1" kern="1200">
        <a:solidFill>
          <a:srgbClr val="003399"/>
        </a:solidFill>
        <a:latin typeface="Arial" charset="0"/>
        <a:ea typeface="+mn-ea"/>
        <a:cs typeface="Arial" charset="0"/>
      </a:defRPr>
    </a:lvl4pPr>
    <a:lvl5pPr marL="1767535" algn="r" rtl="1" fontAlgn="base">
      <a:spcBef>
        <a:spcPct val="0"/>
      </a:spcBef>
      <a:spcAft>
        <a:spcPct val="0"/>
      </a:spcAft>
      <a:defRPr sz="4446" b="1" kern="1200">
        <a:solidFill>
          <a:srgbClr val="003399"/>
        </a:solidFill>
        <a:latin typeface="Arial" charset="0"/>
        <a:ea typeface="+mn-ea"/>
        <a:cs typeface="Arial" charset="0"/>
      </a:defRPr>
    </a:lvl5pPr>
    <a:lvl6pPr marL="2209419" algn="r" defTabSz="883768" rtl="1" eaLnBrk="1" latinLnBrk="0" hangingPunct="1">
      <a:defRPr sz="4446" b="1" kern="1200">
        <a:solidFill>
          <a:srgbClr val="003399"/>
        </a:solidFill>
        <a:latin typeface="Arial" charset="0"/>
        <a:ea typeface="+mn-ea"/>
        <a:cs typeface="Arial" charset="0"/>
      </a:defRPr>
    </a:lvl6pPr>
    <a:lvl7pPr marL="2651303" algn="r" defTabSz="883768" rtl="1" eaLnBrk="1" latinLnBrk="0" hangingPunct="1">
      <a:defRPr sz="4446" b="1" kern="1200">
        <a:solidFill>
          <a:srgbClr val="003399"/>
        </a:solidFill>
        <a:latin typeface="Arial" charset="0"/>
        <a:ea typeface="+mn-ea"/>
        <a:cs typeface="Arial" charset="0"/>
      </a:defRPr>
    </a:lvl7pPr>
    <a:lvl8pPr marL="3093187" algn="r" defTabSz="883768" rtl="1" eaLnBrk="1" latinLnBrk="0" hangingPunct="1">
      <a:defRPr sz="4446" b="1" kern="1200">
        <a:solidFill>
          <a:srgbClr val="003399"/>
        </a:solidFill>
        <a:latin typeface="Arial" charset="0"/>
        <a:ea typeface="+mn-ea"/>
        <a:cs typeface="Arial" charset="0"/>
      </a:defRPr>
    </a:lvl8pPr>
    <a:lvl9pPr marL="3535070" algn="r" defTabSz="883768" rtl="1" eaLnBrk="1" latinLnBrk="0" hangingPunct="1">
      <a:defRPr sz="4446" b="1" kern="1200">
        <a:solidFill>
          <a:srgbClr val="003399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3482" userDrawn="1">
          <p15:clr>
            <a:srgbClr val="A4A3A4"/>
          </p15:clr>
        </p15:guide>
        <p15:guide id="2" pos="953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מחבר" initials="א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1F42"/>
    <a:srgbClr val="124872"/>
    <a:srgbClr val="CC00FF"/>
    <a:srgbClr val="800080"/>
    <a:srgbClr val="CC00CC"/>
    <a:srgbClr val="6600CC"/>
    <a:srgbClr val="9900CC"/>
    <a:srgbClr val="629BBB"/>
    <a:srgbClr val="9AC1D6"/>
    <a:srgbClr val="9AD3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6308" autoAdjust="0"/>
    <p:restoredTop sz="95481" autoAdjust="0"/>
  </p:normalViewPr>
  <p:slideViewPr>
    <p:cSldViewPr>
      <p:cViewPr>
        <p:scale>
          <a:sx n="30" d="100"/>
          <a:sy n="30" d="100"/>
        </p:scale>
        <p:origin x="640" y="-1700"/>
      </p:cViewPr>
      <p:guideLst>
        <p:guide orient="horz" pos="13482"/>
        <p:guide pos="95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1838" cy="339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8840" tIns="49418" rIns="98840" bIns="49418" numCol="1" anchor="t" anchorCtr="0" compatLnSpc="1">
            <a:prstTxWarp prst="textNoShape">
              <a:avLst/>
            </a:prstTxWarp>
          </a:bodyPr>
          <a:lstStyle>
            <a:lvl1pPr algn="l" defTabSz="988838" rtl="0" eaLnBrk="0" hangingPunct="0">
              <a:defRPr sz="1500" b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23069" y="0"/>
            <a:ext cx="4303681" cy="339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8840" tIns="49418" rIns="98840" bIns="49418" numCol="1" anchor="t" anchorCtr="0" compatLnSpc="1">
            <a:prstTxWarp prst="textNoShape">
              <a:avLst/>
            </a:prstTxWarp>
          </a:bodyPr>
          <a:lstStyle>
            <a:lvl1pPr defTabSz="988838" rtl="0" eaLnBrk="0" hangingPunct="0">
              <a:defRPr sz="1500" b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56474"/>
            <a:ext cx="4301838" cy="339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8840" tIns="49418" rIns="98840" bIns="49418" numCol="1" anchor="b" anchorCtr="0" compatLnSpc="1">
            <a:prstTxWarp prst="textNoShape">
              <a:avLst/>
            </a:prstTxWarp>
          </a:bodyPr>
          <a:lstStyle>
            <a:lvl1pPr algn="l" defTabSz="988838" rtl="0" eaLnBrk="0" hangingPunct="0">
              <a:defRPr sz="1500" b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23069" y="6456474"/>
            <a:ext cx="4303681" cy="339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8840" tIns="49418" rIns="98840" bIns="49418" numCol="1" anchor="b" anchorCtr="0" compatLnSpc="1">
            <a:prstTxWarp prst="textNoShape">
              <a:avLst/>
            </a:prstTxWarp>
          </a:bodyPr>
          <a:lstStyle>
            <a:lvl1pPr defTabSz="988838" rtl="0" eaLnBrk="0" hangingPunct="0">
              <a:defRPr sz="1500" b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140164EA-C4F4-4051-8E57-4895D8A88AA1}" type="slidenum">
              <a:rPr lang="he-IL"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51332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1838" cy="339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8840" tIns="49418" rIns="98840" bIns="49418" numCol="1" anchor="t" anchorCtr="0" compatLnSpc="1">
            <a:prstTxWarp prst="textNoShape">
              <a:avLst/>
            </a:prstTxWarp>
          </a:bodyPr>
          <a:lstStyle>
            <a:lvl1pPr algn="l" defTabSz="988838" rtl="0" eaLnBrk="0" hangingPunct="0">
              <a:defRPr sz="1500" b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3069" y="0"/>
            <a:ext cx="4303681" cy="339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8840" tIns="49418" rIns="98840" bIns="49418" numCol="1" anchor="t" anchorCtr="0" compatLnSpc="1">
            <a:prstTxWarp prst="textNoShape">
              <a:avLst/>
            </a:prstTxWarp>
          </a:bodyPr>
          <a:lstStyle>
            <a:lvl1pPr defTabSz="988838" rtl="0" eaLnBrk="0" hangingPunct="0">
              <a:defRPr sz="1500" b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62413" y="511175"/>
            <a:ext cx="1801812" cy="25479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2675" y="3229926"/>
            <a:ext cx="7944719" cy="30572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8840" tIns="49418" rIns="98840" bIns="494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56474"/>
            <a:ext cx="4301838" cy="339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8840" tIns="49418" rIns="98840" bIns="49418" numCol="1" anchor="b" anchorCtr="0" compatLnSpc="1">
            <a:prstTxWarp prst="textNoShape">
              <a:avLst/>
            </a:prstTxWarp>
          </a:bodyPr>
          <a:lstStyle>
            <a:lvl1pPr algn="l" defTabSz="988838" rtl="0" eaLnBrk="0" hangingPunct="0">
              <a:defRPr sz="1500" b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3069" y="6456474"/>
            <a:ext cx="4303681" cy="339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8840" tIns="49418" rIns="98840" bIns="49418" numCol="1" anchor="b" anchorCtr="0" compatLnSpc="1">
            <a:prstTxWarp prst="textNoShape">
              <a:avLst/>
            </a:prstTxWarp>
          </a:bodyPr>
          <a:lstStyle>
            <a:lvl1pPr defTabSz="988838" rtl="0" eaLnBrk="0" hangingPunct="0">
              <a:defRPr sz="15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2CC74214-9B06-4678-84F1-C99924AD2E34}" type="slidenum">
              <a:rPr lang="he-IL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741108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16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41884" algn="l" rtl="0" eaLnBrk="0" fontAlgn="base" hangingPunct="0">
      <a:spcBef>
        <a:spcPct val="30000"/>
      </a:spcBef>
      <a:spcAft>
        <a:spcPct val="0"/>
      </a:spcAft>
      <a:defRPr sz="116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883768" algn="l" rtl="0" eaLnBrk="0" fontAlgn="base" hangingPunct="0">
      <a:spcBef>
        <a:spcPct val="30000"/>
      </a:spcBef>
      <a:spcAft>
        <a:spcPct val="0"/>
      </a:spcAft>
      <a:defRPr sz="116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25651" algn="l" rtl="0" eaLnBrk="0" fontAlgn="base" hangingPunct="0">
      <a:spcBef>
        <a:spcPct val="30000"/>
      </a:spcBef>
      <a:spcAft>
        <a:spcPct val="0"/>
      </a:spcAft>
      <a:defRPr sz="116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767535" algn="l" rtl="0" eaLnBrk="0" fontAlgn="base" hangingPunct="0">
      <a:spcBef>
        <a:spcPct val="30000"/>
      </a:spcBef>
      <a:spcAft>
        <a:spcPct val="0"/>
      </a:spcAft>
      <a:defRPr sz="116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09419" algn="l" defTabSz="883768" rtl="0" eaLnBrk="1" latinLnBrk="0" hangingPunct="1">
      <a:defRPr sz="1160" kern="1200">
        <a:solidFill>
          <a:schemeClr val="tx1"/>
        </a:solidFill>
        <a:latin typeface="+mn-lt"/>
        <a:ea typeface="+mn-ea"/>
        <a:cs typeface="+mn-cs"/>
      </a:defRPr>
    </a:lvl6pPr>
    <a:lvl7pPr marL="2651303" algn="l" defTabSz="883768" rtl="0" eaLnBrk="1" latinLnBrk="0" hangingPunct="1">
      <a:defRPr sz="1160" kern="1200">
        <a:solidFill>
          <a:schemeClr val="tx1"/>
        </a:solidFill>
        <a:latin typeface="+mn-lt"/>
        <a:ea typeface="+mn-ea"/>
        <a:cs typeface="+mn-cs"/>
      </a:defRPr>
    </a:lvl7pPr>
    <a:lvl8pPr marL="3093187" algn="l" defTabSz="883768" rtl="0" eaLnBrk="1" latinLnBrk="0" hangingPunct="1">
      <a:defRPr sz="1160" kern="1200">
        <a:solidFill>
          <a:schemeClr val="tx1"/>
        </a:solidFill>
        <a:latin typeface="+mn-lt"/>
        <a:ea typeface="+mn-ea"/>
        <a:cs typeface="+mn-cs"/>
      </a:defRPr>
    </a:lvl8pPr>
    <a:lvl9pPr marL="3535070" algn="l" defTabSz="883768" rtl="0" eaLnBrk="1" latinLnBrk="0" hangingPunct="1">
      <a:defRPr sz="116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790" y="13297540"/>
            <a:ext cx="25733634" cy="917380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41579" y="24254836"/>
            <a:ext cx="21192056" cy="10939998"/>
          </a:xfrm>
        </p:spPr>
        <p:txBody>
          <a:bodyPr/>
          <a:lstStyle>
            <a:lvl1pPr marL="0" indent="0" algn="ctr">
              <a:buNone/>
              <a:defRPr/>
            </a:lvl1pPr>
            <a:lvl2pPr marL="427162" indent="0" algn="ctr">
              <a:buNone/>
              <a:defRPr/>
            </a:lvl2pPr>
            <a:lvl3pPr marL="854324" indent="0" algn="ctr">
              <a:buNone/>
              <a:defRPr/>
            </a:lvl3pPr>
            <a:lvl4pPr marL="1281486" indent="0" algn="ctr">
              <a:buNone/>
              <a:defRPr/>
            </a:lvl4pPr>
            <a:lvl5pPr marL="1708648" indent="0" algn="ctr">
              <a:buNone/>
              <a:defRPr/>
            </a:lvl5pPr>
            <a:lvl6pPr marL="2135810" indent="0" algn="ctr">
              <a:buNone/>
              <a:defRPr/>
            </a:lvl6pPr>
            <a:lvl7pPr marL="2562972" indent="0" algn="ctr">
              <a:buNone/>
              <a:defRPr/>
            </a:lvl7pPr>
            <a:lvl8pPr marL="2990134" indent="0" algn="ctr">
              <a:buNone/>
              <a:defRPr/>
            </a:lvl8pPr>
            <a:lvl9pPr marL="3417296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005F5D-DDFF-4009-A8D0-0BE3804E9EA6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0E82F4-15B9-4FA3-9360-93462D0EA91C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0930" y="27505697"/>
            <a:ext cx="25735118" cy="8500673"/>
          </a:xfrm>
        </p:spPr>
        <p:txBody>
          <a:bodyPr anchor="t"/>
          <a:lstStyle>
            <a:lvl1pPr algn="l">
              <a:defRPr sz="373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90930" y="18141587"/>
            <a:ext cx="25735118" cy="9364110"/>
          </a:xfrm>
        </p:spPr>
        <p:txBody>
          <a:bodyPr anchor="b"/>
          <a:lstStyle>
            <a:lvl1pPr marL="0" indent="0">
              <a:buNone/>
              <a:defRPr sz="1869"/>
            </a:lvl1pPr>
            <a:lvl2pPr marL="427162" indent="0">
              <a:buNone/>
              <a:defRPr sz="1682"/>
            </a:lvl2pPr>
            <a:lvl3pPr marL="854324" indent="0">
              <a:buNone/>
              <a:defRPr sz="1495"/>
            </a:lvl3pPr>
            <a:lvl4pPr marL="1281486" indent="0">
              <a:buNone/>
              <a:defRPr sz="1308"/>
            </a:lvl4pPr>
            <a:lvl5pPr marL="1708648" indent="0">
              <a:buNone/>
              <a:defRPr sz="1308"/>
            </a:lvl5pPr>
            <a:lvl6pPr marL="2135810" indent="0">
              <a:buNone/>
              <a:defRPr sz="1308"/>
            </a:lvl6pPr>
            <a:lvl7pPr marL="2562972" indent="0">
              <a:buNone/>
              <a:defRPr sz="1308"/>
            </a:lvl7pPr>
            <a:lvl8pPr marL="2990134" indent="0">
              <a:buNone/>
              <a:defRPr sz="1308"/>
            </a:lvl8pPr>
            <a:lvl9pPr marL="3417296" indent="0">
              <a:buNone/>
              <a:defRPr sz="130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BC75BD-C16A-4118-B9B8-FCBE38EC3242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76723" y="12336593"/>
            <a:ext cx="12789690" cy="25711196"/>
          </a:xfrm>
        </p:spPr>
        <p:txBody>
          <a:bodyPr/>
          <a:lstStyle>
            <a:lvl1pPr>
              <a:defRPr sz="2616"/>
            </a:lvl1pPr>
            <a:lvl2pPr>
              <a:defRPr sz="2242"/>
            </a:lvl2pPr>
            <a:lvl3pPr>
              <a:defRPr sz="1869"/>
            </a:lvl3pPr>
            <a:lvl4pPr>
              <a:defRPr sz="1682"/>
            </a:lvl4pPr>
            <a:lvl5pPr>
              <a:defRPr sz="1682"/>
            </a:lvl5pPr>
            <a:lvl6pPr>
              <a:defRPr sz="1682"/>
            </a:lvl6pPr>
            <a:lvl7pPr>
              <a:defRPr sz="1682"/>
            </a:lvl7pPr>
            <a:lvl8pPr>
              <a:defRPr sz="1682"/>
            </a:lvl8pPr>
            <a:lvl9pPr>
              <a:defRPr sz="168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08800" y="12336593"/>
            <a:ext cx="12791174" cy="25711196"/>
          </a:xfrm>
        </p:spPr>
        <p:txBody>
          <a:bodyPr/>
          <a:lstStyle>
            <a:lvl1pPr>
              <a:defRPr sz="2616"/>
            </a:lvl1pPr>
            <a:lvl2pPr>
              <a:defRPr sz="2242"/>
            </a:lvl2pPr>
            <a:lvl3pPr>
              <a:defRPr sz="1869"/>
            </a:lvl3pPr>
            <a:lvl4pPr>
              <a:defRPr sz="1682"/>
            </a:lvl4pPr>
            <a:lvl5pPr>
              <a:defRPr sz="1682"/>
            </a:lvl5pPr>
            <a:lvl6pPr>
              <a:defRPr sz="1682"/>
            </a:lvl6pPr>
            <a:lvl7pPr>
              <a:defRPr sz="1682"/>
            </a:lvl7pPr>
            <a:lvl8pPr>
              <a:defRPr sz="1682"/>
            </a:lvl8pPr>
            <a:lvl9pPr>
              <a:defRPr sz="168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99B68F-326E-4B46-9F1D-A4FF9EF7DFB1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4355" y="1714289"/>
            <a:ext cx="27246505" cy="713396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4355" y="9581149"/>
            <a:ext cx="13375557" cy="3993194"/>
          </a:xfrm>
        </p:spPr>
        <p:txBody>
          <a:bodyPr anchor="b"/>
          <a:lstStyle>
            <a:lvl1pPr marL="0" indent="0">
              <a:buNone/>
              <a:defRPr sz="2242" b="1"/>
            </a:lvl1pPr>
            <a:lvl2pPr marL="427162" indent="0">
              <a:buNone/>
              <a:defRPr sz="1869" b="1"/>
            </a:lvl2pPr>
            <a:lvl3pPr marL="854324" indent="0">
              <a:buNone/>
              <a:defRPr sz="1682" b="1"/>
            </a:lvl3pPr>
            <a:lvl4pPr marL="1281486" indent="0">
              <a:buNone/>
              <a:defRPr sz="1495" b="1"/>
            </a:lvl4pPr>
            <a:lvl5pPr marL="1708648" indent="0">
              <a:buNone/>
              <a:defRPr sz="1495" b="1"/>
            </a:lvl5pPr>
            <a:lvl6pPr marL="2135810" indent="0">
              <a:buNone/>
              <a:defRPr sz="1495" b="1"/>
            </a:lvl6pPr>
            <a:lvl7pPr marL="2562972" indent="0">
              <a:buNone/>
              <a:defRPr sz="1495" b="1"/>
            </a:lvl7pPr>
            <a:lvl8pPr marL="2990134" indent="0">
              <a:buNone/>
              <a:defRPr sz="1495" b="1"/>
            </a:lvl8pPr>
            <a:lvl9pPr marL="3417296" indent="0">
              <a:buNone/>
              <a:defRPr sz="149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14355" y="13574343"/>
            <a:ext cx="13375557" cy="24662176"/>
          </a:xfrm>
        </p:spPr>
        <p:txBody>
          <a:bodyPr/>
          <a:lstStyle>
            <a:lvl1pPr>
              <a:defRPr sz="2242"/>
            </a:lvl1pPr>
            <a:lvl2pPr>
              <a:defRPr sz="1869"/>
            </a:lvl2pPr>
            <a:lvl3pPr>
              <a:defRPr sz="1682"/>
            </a:lvl3pPr>
            <a:lvl4pPr>
              <a:defRPr sz="1495"/>
            </a:lvl4pPr>
            <a:lvl5pPr>
              <a:defRPr sz="1495"/>
            </a:lvl5pPr>
            <a:lvl6pPr>
              <a:defRPr sz="1495"/>
            </a:lvl6pPr>
            <a:lvl7pPr>
              <a:defRPr sz="1495"/>
            </a:lvl7pPr>
            <a:lvl8pPr>
              <a:defRPr sz="1495"/>
            </a:lvl8pPr>
            <a:lvl9pPr>
              <a:defRPr sz="149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79370" y="9581149"/>
            <a:ext cx="13381490" cy="3993194"/>
          </a:xfrm>
        </p:spPr>
        <p:txBody>
          <a:bodyPr anchor="b"/>
          <a:lstStyle>
            <a:lvl1pPr marL="0" indent="0">
              <a:buNone/>
              <a:defRPr sz="2242" b="1"/>
            </a:lvl1pPr>
            <a:lvl2pPr marL="427162" indent="0">
              <a:buNone/>
              <a:defRPr sz="1869" b="1"/>
            </a:lvl2pPr>
            <a:lvl3pPr marL="854324" indent="0">
              <a:buNone/>
              <a:defRPr sz="1682" b="1"/>
            </a:lvl3pPr>
            <a:lvl4pPr marL="1281486" indent="0">
              <a:buNone/>
              <a:defRPr sz="1495" b="1"/>
            </a:lvl4pPr>
            <a:lvl5pPr marL="1708648" indent="0">
              <a:buNone/>
              <a:defRPr sz="1495" b="1"/>
            </a:lvl5pPr>
            <a:lvl6pPr marL="2135810" indent="0">
              <a:buNone/>
              <a:defRPr sz="1495" b="1"/>
            </a:lvl6pPr>
            <a:lvl7pPr marL="2562972" indent="0">
              <a:buNone/>
              <a:defRPr sz="1495" b="1"/>
            </a:lvl7pPr>
            <a:lvl8pPr marL="2990134" indent="0">
              <a:buNone/>
              <a:defRPr sz="1495" b="1"/>
            </a:lvl8pPr>
            <a:lvl9pPr marL="3417296" indent="0">
              <a:buNone/>
              <a:defRPr sz="149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79370" y="13574343"/>
            <a:ext cx="13381490" cy="24662176"/>
          </a:xfrm>
        </p:spPr>
        <p:txBody>
          <a:bodyPr/>
          <a:lstStyle>
            <a:lvl1pPr>
              <a:defRPr sz="2242"/>
            </a:lvl1pPr>
            <a:lvl2pPr>
              <a:defRPr sz="1869"/>
            </a:lvl2pPr>
            <a:lvl3pPr>
              <a:defRPr sz="1682"/>
            </a:lvl3pPr>
            <a:lvl4pPr>
              <a:defRPr sz="1495"/>
            </a:lvl4pPr>
            <a:lvl5pPr>
              <a:defRPr sz="1495"/>
            </a:lvl5pPr>
            <a:lvl6pPr>
              <a:defRPr sz="1495"/>
            </a:lvl6pPr>
            <a:lvl7pPr>
              <a:defRPr sz="1495"/>
            </a:lvl7pPr>
            <a:lvl8pPr>
              <a:defRPr sz="1495"/>
            </a:lvl8pPr>
            <a:lvl9pPr>
              <a:defRPr sz="149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EF8003-1674-4DD4-AAA0-1A48AD3067C0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B44E04-C02F-411D-9CCE-885136C497B6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4EBBA2-973F-4F65-86F4-ED0DC73D5FB4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4354" y="1704853"/>
            <a:ext cx="9959732" cy="7251917"/>
          </a:xfrm>
        </p:spPr>
        <p:txBody>
          <a:bodyPr anchor="b"/>
          <a:lstStyle>
            <a:lvl1pPr algn="l">
              <a:defRPr sz="186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37473" y="1704853"/>
            <a:ext cx="16923387" cy="36531665"/>
          </a:xfrm>
        </p:spPr>
        <p:txBody>
          <a:bodyPr/>
          <a:lstStyle>
            <a:lvl1pPr>
              <a:defRPr sz="2990"/>
            </a:lvl1pPr>
            <a:lvl2pPr>
              <a:defRPr sz="2616"/>
            </a:lvl2pPr>
            <a:lvl3pPr>
              <a:defRPr sz="2242"/>
            </a:lvl3pPr>
            <a:lvl4pPr>
              <a:defRPr sz="1869"/>
            </a:lvl4pPr>
            <a:lvl5pPr>
              <a:defRPr sz="1869"/>
            </a:lvl5pPr>
            <a:lvl6pPr>
              <a:defRPr sz="1869"/>
            </a:lvl6pPr>
            <a:lvl7pPr>
              <a:defRPr sz="1869"/>
            </a:lvl7pPr>
            <a:lvl8pPr>
              <a:defRPr sz="1869"/>
            </a:lvl8pPr>
            <a:lvl9pPr>
              <a:defRPr sz="186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4354" y="8956770"/>
            <a:ext cx="9959732" cy="29279749"/>
          </a:xfrm>
        </p:spPr>
        <p:txBody>
          <a:bodyPr/>
          <a:lstStyle>
            <a:lvl1pPr marL="0" indent="0">
              <a:buNone/>
              <a:defRPr sz="1308"/>
            </a:lvl1pPr>
            <a:lvl2pPr marL="427162" indent="0">
              <a:buNone/>
              <a:defRPr sz="1121"/>
            </a:lvl2pPr>
            <a:lvl3pPr marL="854324" indent="0">
              <a:buNone/>
              <a:defRPr sz="934"/>
            </a:lvl3pPr>
            <a:lvl4pPr marL="1281486" indent="0">
              <a:buNone/>
              <a:defRPr sz="841"/>
            </a:lvl4pPr>
            <a:lvl5pPr marL="1708648" indent="0">
              <a:buNone/>
              <a:defRPr sz="841"/>
            </a:lvl5pPr>
            <a:lvl6pPr marL="2135810" indent="0">
              <a:buNone/>
              <a:defRPr sz="841"/>
            </a:lvl6pPr>
            <a:lvl7pPr marL="2562972" indent="0">
              <a:buNone/>
              <a:defRPr sz="841"/>
            </a:lvl7pPr>
            <a:lvl8pPr marL="2990134" indent="0">
              <a:buNone/>
              <a:defRPr sz="841"/>
            </a:lvl8pPr>
            <a:lvl9pPr marL="3417296" indent="0">
              <a:buNone/>
              <a:defRPr sz="84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9C8723-949F-493C-9973-384D4813A9FF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34310" y="29962320"/>
            <a:ext cx="18164831" cy="3537098"/>
          </a:xfrm>
        </p:spPr>
        <p:txBody>
          <a:bodyPr anchor="b"/>
          <a:lstStyle>
            <a:lvl1pPr algn="l">
              <a:defRPr sz="186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934310" y="3824910"/>
            <a:ext cx="18164831" cy="25681315"/>
          </a:xfrm>
        </p:spPr>
        <p:txBody>
          <a:bodyPr/>
          <a:lstStyle>
            <a:lvl1pPr marL="0" indent="0">
              <a:buNone/>
              <a:defRPr sz="2990"/>
            </a:lvl1pPr>
            <a:lvl2pPr marL="427162" indent="0">
              <a:buNone/>
              <a:defRPr sz="2616"/>
            </a:lvl2pPr>
            <a:lvl3pPr marL="854324" indent="0">
              <a:buNone/>
              <a:defRPr sz="2242"/>
            </a:lvl3pPr>
            <a:lvl4pPr marL="1281486" indent="0">
              <a:buNone/>
              <a:defRPr sz="1869"/>
            </a:lvl4pPr>
            <a:lvl5pPr marL="1708648" indent="0">
              <a:buNone/>
              <a:defRPr sz="1869"/>
            </a:lvl5pPr>
            <a:lvl6pPr marL="2135810" indent="0">
              <a:buNone/>
              <a:defRPr sz="1869"/>
            </a:lvl6pPr>
            <a:lvl7pPr marL="2562972" indent="0">
              <a:buNone/>
              <a:defRPr sz="1869"/>
            </a:lvl7pPr>
            <a:lvl8pPr marL="2990134" indent="0">
              <a:buNone/>
              <a:defRPr sz="1869"/>
            </a:lvl8pPr>
            <a:lvl9pPr marL="3417296" indent="0">
              <a:buNone/>
              <a:defRPr sz="1869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34310" y="33499418"/>
            <a:ext cx="18164831" cy="5023340"/>
          </a:xfrm>
        </p:spPr>
        <p:txBody>
          <a:bodyPr/>
          <a:lstStyle>
            <a:lvl1pPr marL="0" indent="0">
              <a:buNone/>
              <a:defRPr sz="1308"/>
            </a:lvl1pPr>
            <a:lvl2pPr marL="427162" indent="0">
              <a:buNone/>
              <a:defRPr sz="1121"/>
            </a:lvl2pPr>
            <a:lvl3pPr marL="854324" indent="0">
              <a:buNone/>
              <a:defRPr sz="934"/>
            </a:lvl3pPr>
            <a:lvl4pPr marL="1281486" indent="0">
              <a:buNone/>
              <a:defRPr sz="841"/>
            </a:lvl4pPr>
            <a:lvl5pPr marL="1708648" indent="0">
              <a:buNone/>
              <a:defRPr sz="841"/>
            </a:lvl5pPr>
            <a:lvl6pPr marL="2135810" indent="0">
              <a:buNone/>
              <a:defRPr sz="841"/>
            </a:lvl6pPr>
            <a:lvl7pPr marL="2562972" indent="0">
              <a:buNone/>
              <a:defRPr sz="841"/>
            </a:lvl7pPr>
            <a:lvl8pPr marL="2990134" indent="0">
              <a:buNone/>
              <a:defRPr sz="841"/>
            </a:lvl8pPr>
            <a:lvl9pPr marL="3417296" indent="0">
              <a:buNone/>
              <a:defRPr sz="84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0EA1AC-921F-4740-ACD1-1CF17E4324E8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A764F3-D646-4175-80D0-8964BED73187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570274" y="3806037"/>
            <a:ext cx="6429700" cy="3424175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76722" y="3806037"/>
            <a:ext cx="19151164" cy="342417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981A8-33AD-4B19-8B2C-05F77DB49508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76723" y="3806037"/>
            <a:ext cx="25723251" cy="71339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99009" tIns="249507" rIns="499009" bIns="24950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76723" y="12336593"/>
            <a:ext cx="25723251" cy="25711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99009" tIns="249507" rIns="499009" bIns="2495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76723" y="39029181"/>
            <a:ext cx="6308077" cy="282464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499009" tIns="249507" rIns="499009" bIns="249507" numCol="1" anchor="t" anchorCtr="0" compatLnSpc="1">
            <a:prstTxWarp prst="textNoShape">
              <a:avLst/>
            </a:prstTxWarp>
          </a:bodyPr>
          <a:lstStyle>
            <a:lvl1pPr algn="l" rtl="0" eaLnBrk="0" hangingPunct="0">
              <a:defRPr sz="6540" b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339434" y="39029181"/>
            <a:ext cx="9597829" cy="282464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499009" tIns="249507" rIns="499009" bIns="249507" numCol="1" anchor="t" anchorCtr="0" compatLnSpc="1">
            <a:prstTxWarp prst="textNoShape">
              <a:avLst/>
            </a:prstTxWarp>
          </a:bodyPr>
          <a:lstStyle>
            <a:lvl1pPr algn="ctr" rtl="0" eaLnBrk="0" hangingPunct="0">
              <a:defRPr sz="6540" b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1691897" y="39029181"/>
            <a:ext cx="6308077" cy="282464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499009" tIns="249507" rIns="499009" bIns="249507" numCol="1" anchor="t" anchorCtr="0" compatLnSpc="1">
            <a:prstTxWarp prst="textNoShape">
              <a:avLst/>
            </a:prstTxWarp>
          </a:bodyPr>
          <a:lstStyle>
            <a:lvl1pPr rtl="0" eaLnBrk="0" hangingPunct="0">
              <a:defRPr sz="654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E1ACE27-E7B6-46EC-A855-0E5FEAF8F286}" type="slidenum">
              <a:rPr lang="he-IL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669118" rtl="0" eaLnBrk="0" fontAlgn="base" hangingPunct="0">
        <a:spcBef>
          <a:spcPct val="0"/>
        </a:spcBef>
        <a:spcAft>
          <a:spcPct val="0"/>
        </a:spcAft>
        <a:defRPr sz="22703">
          <a:solidFill>
            <a:schemeClr val="tx2"/>
          </a:solidFill>
          <a:latin typeface="Arial" panose="020B0604020202020204" pitchFamily="34" charset="0"/>
          <a:ea typeface="+mj-ea"/>
          <a:cs typeface="+mj-cs"/>
        </a:defRPr>
      </a:lvl1pPr>
      <a:lvl2pPr algn="ctr" defTabSz="4669118" rtl="0" eaLnBrk="0" fontAlgn="base" hangingPunct="0">
        <a:spcBef>
          <a:spcPct val="0"/>
        </a:spcBef>
        <a:spcAft>
          <a:spcPct val="0"/>
        </a:spcAft>
        <a:defRPr sz="22703">
          <a:solidFill>
            <a:schemeClr val="tx2"/>
          </a:solidFill>
          <a:latin typeface="Times New Roman" pitchFamily="18" charset="0"/>
        </a:defRPr>
      </a:lvl2pPr>
      <a:lvl3pPr algn="ctr" defTabSz="4669118" rtl="0" eaLnBrk="0" fontAlgn="base" hangingPunct="0">
        <a:spcBef>
          <a:spcPct val="0"/>
        </a:spcBef>
        <a:spcAft>
          <a:spcPct val="0"/>
        </a:spcAft>
        <a:defRPr sz="22703">
          <a:solidFill>
            <a:schemeClr val="tx2"/>
          </a:solidFill>
          <a:latin typeface="Times New Roman" pitchFamily="18" charset="0"/>
        </a:defRPr>
      </a:lvl3pPr>
      <a:lvl4pPr algn="ctr" defTabSz="4669118" rtl="0" eaLnBrk="0" fontAlgn="base" hangingPunct="0">
        <a:spcBef>
          <a:spcPct val="0"/>
        </a:spcBef>
        <a:spcAft>
          <a:spcPct val="0"/>
        </a:spcAft>
        <a:defRPr sz="22703">
          <a:solidFill>
            <a:schemeClr val="tx2"/>
          </a:solidFill>
          <a:latin typeface="Times New Roman" pitchFamily="18" charset="0"/>
        </a:defRPr>
      </a:lvl4pPr>
      <a:lvl5pPr algn="ctr" defTabSz="4669118" rtl="0" eaLnBrk="0" fontAlgn="base" hangingPunct="0">
        <a:spcBef>
          <a:spcPct val="0"/>
        </a:spcBef>
        <a:spcAft>
          <a:spcPct val="0"/>
        </a:spcAft>
        <a:defRPr sz="22703">
          <a:solidFill>
            <a:schemeClr val="tx2"/>
          </a:solidFill>
          <a:latin typeface="Times New Roman" pitchFamily="18" charset="0"/>
        </a:defRPr>
      </a:lvl5pPr>
      <a:lvl6pPr marL="427162" algn="ctr" defTabSz="4669118" rtl="0" eaLnBrk="0" fontAlgn="base" hangingPunct="0">
        <a:spcBef>
          <a:spcPct val="0"/>
        </a:spcBef>
        <a:spcAft>
          <a:spcPct val="0"/>
        </a:spcAft>
        <a:defRPr sz="22703">
          <a:solidFill>
            <a:schemeClr val="tx2"/>
          </a:solidFill>
          <a:latin typeface="Times New Roman" pitchFamily="18" charset="0"/>
        </a:defRPr>
      </a:lvl6pPr>
      <a:lvl7pPr marL="854324" algn="ctr" defTabSz="4669118" rtl="0" eaLnBrk="0" fontAlgn="base" hangingPunct="0">
        <a:spcBef>
          <a:spcPct val="0"/>
        </a:spcBef>
        <a:spcAft>
          <a:spcPct val="0"/>
        </a:spcAft>
        <a:defRPr sz="22703">
          <a:solidFill>
            <a:schemeClr val="tx2"/>
          </a:solidFill>
          <a:latin typeface="Times New Roman" pitchFamily="18" charset="0"/>
        </a:defRPr>
      </a:lvl7pPr>
      <a:lvl8pPr marL="1281486" algn="ctr" defTabSz="4669118" rtl="0" eaLnBrk="0" fontAlgn="base" hangingPunct="0">
        <a:spcBef>
          <a:spcPct val="0"/>
        </a:spcBef>
        <a:spcAft>
          <a:spcPct val="0"/>
        </a:spcAft>
        <a:defRPr sz="22703">
          <a:solidFill>
            <a:schemeClr val="tx2"/>
          </a:solidFill>
          <a:latin typeface="Times New Roman" pitchFamily="18" charset="0"/>
        </a:defRPr>
      </a:lvl8pPr>
      <a:lvl9pPr marL="1708648" algn="ctr" defTabSz="4669118" rtl="0" eaLnBrk="0" fontAlgn="base" hangingPunct="0">
        <a:spcBef>
          <a:spcPct val="0"/>
        </a:spcBef>
        <a:spcAft>
          <a:spcPct val="0"/>
        </a:spcAft>
        <a:defRPr sz="22703">
          <a:solidFill>
            <a:schemeClr val="tx2"/>
          </a:solidFill>
          <a:latin typeface="Times New Roman" pitchFamily="18" charset="0"/>
        </a:defRPr>
      </a:lvl9pPr>
    </p:titleStyle>
    <p:bodyStyle>
      <a:lvl1pPr marL="1747211" indent="-1747211" algn="l" defTabSz="4669118" rtl="0" eaLnBrk="0" fontAlgn="base" hangingPunct="0">
        <a:spcBef>
          <a:spcPct val="20000"/>
        </a:spcBef>
        <a:spcAft>
          <a:spcPct val="0"/>
        </a:spcAft>
        <a:buChar char="•"/>
        <a:defRPr sz="15603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3791062" indent="-1460954" algn="l" defTabSz="4669118" rtl="0" eaLnBrk="0" fontAlgn="base" hangingPunct="0">
        <a:spcBef>
          <a:spcPct val="20000"/>
        </a:spcBef>
        <a:spcAft>
          <a:spcPct val="0"/>
        </a:spcAft>
        <a:buChar char="–"/>
        <a:defRPr sz="14201">
          <a:solidFill>
            <a:schemeClr val="tx1"/>
          </a:solidFill>
          <a:latin typeface="Arial" panose="020B0604020202020204" pitchFamily="34" charset="0"/>
        </a:defRPr>
      </a:lvl2pPr>
      <a:lvl3pPr marL="5823048" indent="-1153931" algn="l" defTabSz="4669118" rtl="0" eaLnBrk="0" fontAlgn="base" hangingPunct="0">
        <a:spcBef>
          <a:spcPct val="20000"/>
        </a:spcBef>
        <a:spcAft>
          <a:spcPct val="0"/>
        </a:spcAft>
        <a:buChar char="•"/>
        <a:defRPr sz="11772">
          <a:solidFill>
            <a:schemeClr val="tx1"/>
          </a:solidFill>
          <a:latin typeface="Arial" panose="020B0604020202020204" pitchFamily="34" charset="0"/>
        </a:defRPr>
      </a:lvl3pPr>
      <a:lvl4pPr marL="8162057" indent="-1179145" algn="l" defTabSz="4669118" rtl="0" eaLnBrk="0" fontAlgn="base" hangingPunct="0">
        <a:spcBef>
          <a:spcPct val="20000"/>
        </a:spcBef>
        <a:spcAft>
          <a:spcPct val="0"/>
        </a:spcAft>
        <a:buChar char="–"/>
        <a:defRPr sz="9997">
          <a:solidFill>
            <a:schemeClr val="tx1"/>
          </a:solidFill>
          <a:latin typeface="Arial" panose="020B0604020202020204" pitchFamily="34" charset="0"/>
        </a:defRPr>
      </a:lvl4pPr>
      <a:lvl5pPr marL="10481784" indent="-1159863" algn="l" defTabSz="4669118" rtl="0" eaLnBrk="0" fontAlgn="base" hangingPunct="0">
        <a:spcBef>
          <a:spcPct val="20000"/>
        </a:spcBef>
        <a:spcAft>
          <a:spcPct val="0"/>
        </a:spcAft>
        <a:buChar char="»"/>
        <a:defRPr sz="9997">
          <a:solidFill>
            <a:schemeClr val="tx1"/>
          </a:solidFill>
          <a:latin typeface="Arial" panose="020B0604020202020204" pitchFamily="34" charset="0"/>
        </a:defRPr>
      </a:lvl5pPr>
      <a:lvl6pPr marL="10908946" indent="-1159863" algn="l" defTabSz="4669118" rtl="0" eaLnBrk="0" fontAlgn="base" hangingPunct="0">
        <a:spcBef>
          <a:spcPct val="20000"/>
        </a:spcBef>
        <a:spcAft>
          <a:spcPct val="0"/>
        </a:spcAft>
        <a:buChar char="»"/>
        <a:defRPr sz="9997">
          <a:solidFill>
            <a:schemeClr val="tx1"/>
          </a:solidFill>
          <a:latin typeface="+mn-lt"/>
        </a:defRPr>
      </a:lvl6pPr>
      <a:lvl7pPr marL="11336108" indent="-1159863" algn="l" defTabSz="4669118" rtl="0" eaLnBrk="0" fontAlgn="base" hangingPunct="0">
        <a:spcBef>
          <a:spcPct val="20000"/>
        </a:spcBef>
        <a:spcAft>
          <a:spcPct val="0"/>
        </a:spcAft>
        <a:buChar char="»"/>
        <a:defRPr sz="9997">
          <a:solidFill>
            <a:schemeClr val="tx1"/>
          </a:solidFill>
          <a:latin typeface="+mn-lt"/>
        </a:defRPr>
      </a:lvl7pPr>
      <a:lvl8pPr marL="11763270" indent="-1159863" algn="l" defTabSz="4669118" rtl="0" eaLnBrk="0" fontAlgn="base" hangingPunct="0">
        <a:spcBef>
          <a:spcPct val="20000"/>
        </a:spcBef>
        <a:spcAft>
          <a:spcPct val="0"/>
        </a:spcAft>
        <a:buChar char="»"/>
        <a:defRPr sz="9997">
          <a:solidFill>
            <a:schemeClr val="tx1"/>
          </a:solidFill>
          <a:latin typeface="+mn-lt"/>
        </a:defRPr>
      </a:lvl8pPr>
      <a:lvl9pPr marL="12190432" indent="-1159863" algn="l" defTabSz="4669118" rtl="0" eaLnBrk="0" fontAlgn="base" hangingPunct="0">
        <a:spcBef>
          <a:spcPct val="20000"/>
        </a:spcBef>
        <a:spcAft>
          <a:spcPct val="0"/>
        </a:spcAft>
        <a:buChar char="»"/>
        <a:defRPr sz="9997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854324" rtl="0" eaLnBrk="1" latinLnBrk="0" hangingPunct="1">
        <a:defRPr sz="1682" kern="1200">
          <a:solidFill>
            <a:schemeClr val="tx1"/>
          </a:solidFill>
          <a:latin typeface="+mn-lt"/>
          <a:ea typeface="+mn-ea"/>
          <a:cs typeface="+mn-cs"/>
        </a:defRPr>
      </a:lvl1pPr>
      <a:lvl2pPr marL="427162" algn="l" defTabSz="854324" rtl="0" eaLnBrk="1" latinLnBrk="0" hangingPunct="1">
        <a:defRPr sz="1682" kern="1200">
          <a:solidFill>
            <a:schemeClr val="tx1"/>
          </a:solidFill>
          <a:latin typeface="+mn-lt"/>
          <a:ea typeface="+mn-ea"/>
          <a:cs typeface="+mn-cs"/>
        </a:defRPr>
      </a:lvl2pPr>
      <a:lvl3pPr marL="854324" algn="l" defTabSz="854324" rtl="0" eaLnBrk="1" latinLnBrk="0" hangingPunct="1">
        <a:defRPr sz="1682" kern="1200">
          <a:solidFill>
            <a:schemeClr val="tx1"/>
          </a:solidFill>
          <a:latin typeface="+mn-lt"/>
          <a:ea typeface="+mn-ea"/>
          <a:cs typeface="+mn-cs"/>
        </a:defRPr>
      </a:lvl3pPr>
      <a:lvl4pPr marL="1281486" algn="l" defTabSz="854324" rtl="0" eaLnBrk="1" latinLnBrk="0" hangingPunct="1">
        <a:defRPr sz="1682" kern="1200">
          <a:solidFill>
            <a:schemeClr val="tx1"/>
          </a:solidFill>
          <a:latin typeface="+mn-lt"/>
          <a:ea typeface="+mn-ea"/>
          <a:cs typeface="+mn-cs"/>
        </a:defRPr>
      </a:lvl4pPr>
      <a:lvl5pPr marL="1708648" algn="l" defTabSz="854324" rtl="0" eaLnBrk="1" latinLnBrk="0" hangingPunct="1">
        <a:defRPr sz="1682" kern="1200">
          <a:solidFill>
            <a:schemeClr val="tx1"/>
          </a:solidFill>
          <a:latin typeface="+mn-lt"/>
          <a:ea typeface="+mn-ea"/>
          <a:cs typeface="+mn-cs"/>
        </a:defRPr>
      </a:lvl5pPr>
      <a:lvl6pPr marL="2135810" algn="l" defTabSz="854324" rtl="0" eaLnBrk="1" latinLnBrk="0" hangingPunct="1">
        <a:defRPr sz="1682" kern="1200">
          <a:solidFill>
            <a:schemeClr val="tx1"/>
          </a:solidFill>
          <a:latin typeface="+mn-lt"/>
          <a:ea typeface="+mn-ea"/>
          <a:cs typeface="+mn-cs"/>
        </a:defRPr>
      </a:lvl6pPr>
      <a:lvl7pPr marL="2562972" algn="l" defTabSz="854324" rtl="0" eaLnBrk="1" latinLnBrk="0" hangingPunct="1">
        <a:defRPr sz="1682" kern="1200">
          <a:solidFill>
            <a:schemeClr val="tx1"/>
          </a:solidFill>
          <a:latin typeface="+mn-lt"/>
          <a:ea typeface="+mn-ea"/>
          <a:cs typeface="+mn-cs"/>
        </a:defRPr>
      </a:lvl7pPr>
      <a:lvl8pPr marL="2990134" algn="l" defTabSz="854324" rtl="0" eaLnBrk="1" latinLnBrk="0" hangingPunct="1">
        <a:defRPr sz="1682" kern="1200">
          <a:solidFill>
            <a:schemeClr val="tx1"/>
          </a:solidFill>
          <a:latin typeface="+mn-lt"/>
          <a:ea typeface="+mn-ea"/>
          <a:cs typeface="+mn-cs"/>
        </a:defRPr>
      </a:lvl8pPr>
      <a:lvl9pPr marL="3417296" algn="l" defTabSz="854324" rtl="0" eaLnBrk="1" latinLnBrk="0" hangingPunct="1">
        <a:defRPr sz="168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11" Type="http://schemas.openxmlformats.org/officeDocument/2006/relationships/image" Target="../media/image10.png"/><Relationship Id="rId5" Type="http://schemas.openxmlformats.org/officeDocument/2006/relationships/image" Target="../media/image4.jpeg"/><Relationship Id="rId10" Type="http://schemas.openxmlformats.org/officeDocument/2006/relationships/image" Target="../media/image9.png"/><Relationship Id="rId4" Type="http://schemas.openxmlformats.org/officeDocument/2006/relationships/image" Target="../media/image3.jpg"/><Relationship Id="rId9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Rounded Rectangle 18"/>
          <p:cNvSpPr/>
          <p:nvPr/>
        </p:nvSpPr>
        <p:spPr>
          <a:xfrm>
            <a:off x="20262597" y="28946671"/>
            <a:ext cx="9360000" cy="1128962"/>
          </a:xfrm>
          <a:prstGeom prst="roundRect">
            <a:avLst>
              <a:gd name="adj" fmla="val 3718"/>
            </a:avLst>
          </a:prstGeom>
          <a:solidFill>
            <a:srgbClr val="124872"/>
          </a:solidFill>
          <a:ln w="76200" cap="flat" cmpd="sng" algn="ctr">
            <a:solidFill>
              <a:srgbClr val="124872"/>
            </a:solidFill>
            <a:prstDash val="solid"/>
          </a:ln>
          <a:effectLst/>
        </p:spPr>
        <p:txBody>
          <a:bodyPr rtlCol="1" anchor="ctr"/>
          <a:lstStyle/>
          <a:p>
            <a:pPr algn="ctr" defTabSz="854324" fontAlgn="auto">
              <a:spcBef>
                <a:spcPts val="0"/>
              </a:spcBef>
              <a:spcAft>
                <a:spcPts val="0"/>
              </a:spcAft>
              <a:defRPr/>
            </a:pPr>
            <a:endParaRPr lang="he-IL" sz="7661" b="0" kern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8" name="Rounded Rectangle 18"/>
          <p:cNvSpPr/>
          <p:nvPr/>
        </p:nvSpPr>
        <p:spPr>
          <a:xfrm>
            <a:off x="20285999" y="8623033"/>
            <a:ext cx="9360000" cy="1128962"/>
          </a:xfrm>
          <a:prstGeom prst="roundRect">
            <a:avLst>
              <a:gd name="adj" fmla="val 3718"/>
            </a:avLst>
          </a:prstGeom>
          <a:solidFill>
            <a:srgbClr val="124872"/>
          </a:solidFill>
          <a:ln w="76200" cap="flat" cmpd="sng" algn="ctr">
            <a:solidFill>
              <a:srgbClr val="124872"/>
            </a:solidFill>
            <a:prstDash val="solid"/>
          </a:ln>
          <a:effectLst/>
        </p:spPr>
        <p:txBody>
          <a:bodyPr rtlCol="1" anchor="ctr"/>
          <a:lstStyle/>
          <a:p>
            <a:pPr algn="ctr" defTabSz="854324" fontAlgn="auto">
              <a:spcBef>
                <a:spcPts val="0"/>
              </a:spcBef>
              <a:spcAft>
                <a:spcPts val="0"/>
              </a:spcAft>
              <a:defRPr/>
            </a:pPr>
            <a:endParaRPr lang="he-IL" sz="7661" b="0" kern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7" name="Rounded Rectangle 18"/>
          <p:cNvSpPr/>
          <p:nvPr/>
        </p:nvSpPr>
        <p:spPr>
          <a:xfrm>
            <a:off x="10458000" y="22381091"/>
            <a:ext cx="9360000" cy="1128962"/>
          </a:xfrm>
          <a:prstGeom prst="roundRect">
            <a:avLst>
              <a:gd name="adj" fmla="val 3718"/>
            </a:avLst>
          </a:prstGeom>
          <a:solidFill>
            <a:srgbClr val="124872"/>
          </a:solidFill>
          <a:ln w="76200" cap="flat" cmpd="sng" algn="ctr">
            <a:solidFill>
              <a:srgbClr val="124872"/>
            </a:solidFill>
            <a:prstDash val="solid"/>
          </a:ln>
          <a:effectLst/>
        </p:spPr>
        <p:txBody>
          <a:bodyPr rtlCol="1" anchor="ctr"/>
          <a:lstStyle/>
          <a:p>
            <a:pPr algn="ctr" defTabSz="854324" fontAlgn="auto">
              <a:spcBef>
                <a:spcPts val="0"/>
              </a:spcBef>
              <a:spcAft>
                <a:spcPts val="0"/>
              </a:spcAft>
              <a:defRPr/>
            </a:pPr>
            <a:endParaRPr lang="he-IL" sz="7661" b="0" kern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6" name="Rounded Rectangle 18"/>
          <p:cNvSpPr/>
          <p:nvPr/>
        </p:nvSpPr>
        <p:spPr>
          <a:xfrm>
            <a:off x="10458000" y="8623033"/>
            <a:ext cx="9360000" cy="1128962"/>
          </a:xfrm>
          <a:prstGeom prst="roundRect">
            <a:avLst>
              <a:gd name="adj" fmla="val 3718"/>
            </a:avLst>
          </a:prstGeom>
          <a:solidFill>
            <a:srgbClr val="124872"/>
          </a:solidFill>
          <a:ln w="76200" cap="flat" cmpd="sng" algn="ctr">
            <a:solidFill>
              <a:srgbClr val="124872"/>
            </a:solidFill>
            <a:prstDash val="solid"/>
          </a:ln>
          <a:effectLst/>
        </p:spPr>
        <p:txBody>
          <a:bodyPr rtlCol="1" anchor="ctr"/>
          <a:lstStyle/>
          <a:p>
            <a:pPr algn="l" defTabSz="854324" fontAlgn="auto">
              <a:spcBef>
                <a:spcPts val="0"/>
              </a:spcBef>
              <a:spcAft>
                <a:spcPts val="0"/>
              </a:spcAft>
              <a:defRPr/>
            </a:pPr>
            <a:endParaRPr lang="he-IL" sz="7661" b="0" kern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4" name="Rounded Rectangle 18"/>
          <p:cNvSpPr/>
          <p:nvPr/>
        </p:nvSpPr>
        <p:spPr>
          <a:xfrm>
            <a:off x="639142" y="32886006"/>
            <a:ext cx="9360000" cy="1128962"/>
          </a:xfrm>
          <a:prstGeom prst="roundRect">
            <a:avLst>
              <a:gd name="adj" fmla="val 3718"/>
            </a:avLst>
          </a:prstGeom>
          <a:solidFill>
            <a:srgbClr val="124872"/>
          </a:solidFill>
          <a:ln w="76200" cap="flat" cmpd="sng" algn="ctr">
            <a:solidFill>
              <a:srgbClr val="124872"/>
            </a:solidFill>
            <a:prstDash val="solid"/>
          </a:ln>
          <a:effectLst/>
        </p:spPr>
        <p:txBody>
          <a:bodyPr rtlCol="1" anchor="ctr"/>
          <a:lstStyle/>
          <a:p>
            <a:pPr algn="ctr" defTabSz="854324" fontAlgn="auto">
              <a:spcBef>
                <a:spcPts val="0"/>
              </a:spcBef>
              <a:spcAft>
                <a:spcPts val="0"/>
              </a:spcAft>
              <a:defRPr/>
            </a:pPr>
            <a:endParaRPr lang="he-IL" sz="7661" b="0" kern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" name="Rounded Rectangle 18"/>
          <p:cNvSpPr/>
          <p:nvPr/>
        </p:nvSpPr>
        <p:spPr>
          <a:xfrm>
            <a:off x="629999" y="8623033"/>
            <a:ext cx="9360000" cy="1128962"/>
          </a:xfrm>
          <a:prstGeom prst="roundRect">
            <a:avLst>
              <a:gd name="adj" fmla="val 3718"/>
            </a:avLst>
          </a:prstGeom>
          <a:solidFill>
            <a:srgbClr val="124872"/>
          </a:solidFill>
          <a:ln w="76200" cap="flat" cmpd="sng" algn="ctr">
            <a:solidFill>
              <a:srgbClr val="124872"/>
            </a:solidFill>
            <a:prstDash val="solid"/>
          </a:ln>
          <a:effectLst/>
        </p:spPr>
        <p:txBody>
          <a:bodyPr rtlCol="1" anchor="ctr"/>
          <a:lstStyle/>
          <a:p>
            <a:pPr defTabSz="854324" fontAlgn="auto">
              <a:spcBef>
                <a:spcPts val="0"/>
              </a:spcBef>
              <a:spcAft>
                <a:spcPts val="0"/>
              </a:spcAft>
              <a:defRPr/>
            </a:pPr>
            <a:endParaRPr lang="he-IL" sz="7661" b="0" kern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66" name="Rectangle 922"/>
          <p:cNvSpPr>
            <a:spLocks noChangeArrowheads="1"/>
          </p:cNvSpPr>
          <p:nvPr/>
        </p:nvSpPr>
        <p:spPr bwMode="auto">
          <a:xfrm>
            <a:off x="3045023" y="23296871"/>
            <a:ext cx="5766707" cy="1724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rtl="0" eaLnBrk="0" hangingPunct="0"/>
            <a:r>
              <a:rPr lang="en-US" sz="22703" b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14" name="Rectangle 3"/>
          <p:cNvSpPr>
            <a:spLocks noChangeArrowheads="1"/>
          </p:cNvSpPr>
          <p:nvPr/>
        </p:nvSpPr>
        <p:spPr bwMode="auto">
          <a:xfrm>
            <a:off x="2412206" y="8682990"/>
            <a:ext cx="5567957" cy="1009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defTabSz="3900819" rtl="0"/>
            <a:r>
              <a:rPr lang="en-US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115" name="Rectangle 4"/>
          <p:cNvSpPr>
            <a:spLocks noChangeArrowheads="1"/>
          </p:cNvSpPr>
          <p:nvPr/>
        </p:nvSpPr>
        <p:spPr bwMode="auto">
          <a:xfrm>
            <a:off x="796394" y="10011540"/>
            <a:ext cx="9193605" cy="5599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25679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Search and Rescue (SAR) operations in disaster zones are time-critical and extremely hazardous for human responders. Traditional aerial scanning relies heavily on manual analysis of live video feeds, which is resource-intensive, slow, and highly prone to human error due to cognitive overload.</a:t>
            </a:r>
            <a:r>
              <a:rPr lang="he-IL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425679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project aims to</a:t>
            </a:r>
            <a:r>
              <a:rPr lang="he-IL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 a rapid, autonomous system designed to systematically scan complex, unstructured terrains and identify human survivors automatically, thereby minimizing risks to rescue teams and maximizing search efficiency during the critical "Golden Hour."</a:t>
            </a:r>
          </a:p>
        </p:txBody>
      </p:sp>
      <p:sp>
        <p:nvSpPr>
          <p:cNvPr id="116" name="Rectangle 3"/>
          <p:cNvSpPr>
            <a:spLocks noChangeArrowheads="1"/>
          </p:cNvSpPr>
          <p:nvPr/>
        </p:nvSpPr>
        <p:spPr bwMode="auto">
          <a:xfrm>
            <a:off x="1020124" y="21173281"/>
            <a:ext cx="5523461" cy="1009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l" defTabSz="3900819" rtl="0"/>
            <a:r>
              <a:rPr lang="en-US" sz="5400" dirty="0">
                <a:solidFill>
                  <a:srgbClr val="12487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Goals</a:t>
            </a:r>
          </a:p>
        </p:txBody>
      </p:sp>
      <p:sp>
        <p:nvSpPr>
          <p:cNvPr id="117" name="Rectangle 4"/>
          <p:cNvSpPr>
            <a:spLocks noChangeArrowheads="1"/>
          </p:cNvSpPr>
          <p:nvPr/>
        </p:nvSpPr>
        <p:spPr bwMode="auto">
          <a:xfrm>
            <a:off x="455805" y="22176877"/>
            <a:ext cx="9193605" cy="1968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961114" lvl="1" indent="-533952" algn="l" rtl="0">
              <a:spcBef>
                <a:spcPts val="1682"/>
              </a:spcBef>
              <a:buSzPct val="75000"/>
              <a:buFont typeface="Wingdings" panose="05000000000000000000" pitchFamily="2" charset="2"/>
              <a:buChar char="§"/>
            </a:pP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Autonomous Grid Scan</a:t>
            </a:r>
            <a:endParaRPr lang="he-IL" sz="2990" b="0" dirty="0">
              <a:solidFill>
                <a:srgbClr val="000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61114" lvl="1" indent="-533952" algn="l" rtl="0">
              <a:spcBef>
                <a:spcPts val="1682"/>
              </a:spcBef>
              <a:buSzPct val="75000"/>
              <a:buFont typeface="Wingdings" panose="05000000000000000000" pitchFamily="2" charset="2"/>
              <a:buChar char="§"/>
            </a:pP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YOLOv8s Human Detection</a:t>
            </a:r>
          </a:p>
          <a:p>
            <a:pPr marL="961114" lvl="1" indent="-533952" algn="l" rtl="0">
              <a:spcBef>
                <a:spcPts val="1682"/>
              </a:spcBef>
              <a:buSzPct val="75000"/>
              <a:buFont typeface="Wingdings" panose="05000000000000000000" pitchFamily="2" charset="2"/>
              <a:buChar char="§"/>
            </a:pP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Precise Geolocation</a:t>
            </a:r>
          </a:p>
          <a:p>
            <a:pPr marL="961114" lvl="1" indent="-533952" algn="l" rtl="0">
              <a:spcBef>
                <a:spcPts val="1682"/>
              </a:spcBef>
              <a:buSzPct val="75000"/>
              <a:buFont typeface="Wingdings" panose="05000000000000000000" pitchFamily="2" charset="2"/>
              <a:buChar char="§"/>
            </a:pPr>
            <a:endParaRPr lang="he-IL" sz="2990" b="0" dirty="0">
              <a:solidFill>
                <a:srgbClr val="000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27162" lvl="1" algn="l" rtl="0">
              <a:spcBef>
                <a:spcPts val="1682"/>
              </a:spcBef>
              <a:buSzPct val="75000"/>
            </a:pPr>
            <a:endParaRPr lang="en-US" sz="2990" b="0" dirty="0">
              <a:solidFill>
                <a:srgbClr val="000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61114" lvl="1" indent="-533952" algn="l" rtl="0">
              <a:spcBef>
                <a:spcPts val="1682"/>
              </a:spcBef>
              <a:buSzPct val="75000"/>
              <a:buFont typeface="Wingdings" panose="05000000000000000000" pitchFamily="2" charset="2"/>
              <a:buChar char="§"/>
            </a:pPr>
            <a:r>
              <a:rPr lang="en-US" sz="2990" b="0" u="sng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Hardware limitations</a:t>
            </a: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restricted battery life and a lack of high-resolution camera APIs,</a:t>
            </a:r>
            <a:r>
              <a:rPr lang="he-IL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makes the Crazyflie 2.0 drone unsuitable for complex, long-range autonomous missions.</a:t>
            </a:r>
          </a:p>
          <a:p>
            <a:pPr marL="961114" lvl="1" indent="-533952" algn="l" rtl="0">
              <a:spcBef>
                <a:spcPts val="1682"/>
              </a:spcBef>
              <a:buSzPct val="75000"/>
              <a:buFont typeface="Wingdings" panose="05000000000000000000" pitchFamily="2" charset="2"/>
              <a:buChar char="§"/>
            </a:pPr>
            <a:r>
              <a:rPr lang="en-US" sz="2990" b="0" u="sng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Change of Dataset</a:t>
            </a: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While the NOMAD dataset provides real-world aerial data, the model failed to generalize to the simulator due to the "Domain Gap“ - the visual difference between real and synthetic textures.</a:t>
            </a:r>
          </a:p>
          <a:p>
            <a:pPr marL="961114" lvl="1" indent="-533952" algn="l" rtl="0">
              <a:spcBef>
                <a:spcPts val="1682"/>
              </a:spcBef>
              <a:buSzPct val="75000"/>
              <a:buFont typeface="Wingdings" panose="05000000000000000000" pitchFamily="2" charset="2"/>
              <a:buChar char="§"/>
            </a:pPr>
            <a:r>
              <a:rPr lang="en-US" sz="2990" b="0" u="sng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Simulation Selection</a:t>
            </a: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Selecting a platform required balancing photorealistic graphics with accurate flight physics to ensure the AI's training would be meaningful and transferable.</a:t>
            </a:r>
          </a:p>
        </p:txBody>
      </p:sp>
      <p:sp>
        <p:nvSpPr>
          <p:cNvPr id="118" name="Rectangle 4"/>
          <p:cNvSpPr>
            <a:spLocks noChangeArrowheads="1"/>
          </p:cNvSpPr>
          <p:nvPr/>
        </p:nvSpPr>
        <p:spPr bwMode="auto">
          <a:xfrm>
            <a:off x="926264" y="26928676"/>
            <a:ext cx="8820000" cy="2931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25679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endParaRPr lang="en-US" sz="2990" b="0" dirty="0">
              <a:solidFill>
                <a:srgbClr val="000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" name="Rectangle 2"/>
          <p:cNvSpPr>
            <a:spLocks noChangeArrowheads="1"/>
          </p:cNvSpPr>
          <p:nvPr/>
        </p:nvSpPr>
        <p:spPr bwMode="auto">
          <a:xfrm>
            <a:off x="1242275" y="24373681"/>
            <a:ext cx="7688943" cy="1009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l" defTabSz="3900819" rtl="0"/>
            <a:r>
              <a:rPr lang="en-US" sz="5400" dirty="0">
                <a:solidFill>
                  <a:srgbClr val="12487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Challenges </a:t>
            </a:r>
          </a:p>
        </p:txBody>
      </p:sp>
      <p:sp>
        <p:nvSpPr>
          <p:cNvPr id="123" name="Rectangle 4"/>
          <p:cNvSpPr>
            <a:spLocks noChangeArrowheads="1"/>
          </p:cNvSpPr>
          <p:nvPr/>
        </p:nvSpPr>
        <p:spPr bwMode="auto">
          <a:xfrm>
            <a:off x="20592000" y="8682990"/>
            <a:ext cx="9024464" cy="1009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l" defTabSz="3900819" rtl="0"/>
            <a:endParaRPr lang="en-US" sz="5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5" name="Rectangle 2"/>
          <p:cNvSpPr>
            <a:spLocks noChangeArrowheads="1"/>
          </p:cNvSpPr>
          <p:nvPr/>
        </p:nvSpPr>
        <p:spPr bwMode="auto">
          <a:xfrm>
            <a:off x="945143" y="32945963"/>
            <a:ext cx="8755594" cy="1009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l" defTabSz="3900819" rtl="0"/>
            <a:endParaRPr lang="en-US" sz="5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3" name="Rectangle 2"/>
          <p:cNvSpPr>
            <a:spLocks noChangeArrowheads="1"/>
          </p:cNvSpPr>
          <p:nvPr/>
        </p:nvSpPr>
        <p:spPr bwMode="auto">
          <a:xfrm>
            <a:off x="20568598" y="29006628"/>
            <a:ext cx="8475042" cy="1009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l" defTabSz="3900819" rtl="0"/>
            <a:r>
              <a:rPr lang="en-US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Conclusions</a:t>
            </a:r>
          </a:p>
        </p:txBody>
      </p:sp>
      <p:sp>
        <p:nvSpPr>
          <p:cNvPr id="144" name="Rectangle 4"/>
          <p:cNvSpPr>
            <a:spLocks noChangeArrowheads="1"/>
          </p:cNvSpPr>
          <p:nvPr/>
        </p:nvSpPr>
        <p:spPr bwMode="auto">
          <a:xfrm>
            <a:off x="20622020" y="30377542"/>
            <a:ext cx="8641154" cy="6120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0"/>
          <a:lstStyle/>
          <a:p>
            <a:pPr marL="425679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Achieving robust and accurate real-time object detection requires a large, diverse and precisely annotated dataset that matches the target environment, thereby preventing overfitting and minimizing false positives.</a:t>
            </a:r>
          </a:p>
          <a:p>
            <a:pPr marL="425679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project successfully validated a fully autonomous SAR workflow. By pivoting to Microsoft AirSim, we demonstrated that high-fidelity simulations and synthetic datasets can bridge critical hardware limitations, providing a platform for developing lifesaving algorithms.</a:t>
            </a:r>
          </a:p>
        </p:txBody>
      </p:sp>
      <p:sp>
        <p:nvSpPr>
          <p:cNvPr id="145" name="Rectangle 2"/>
          <p:cNvSpPr>
            <a:spLocks noChangeArrowheads="1"/>
          </p:cNvSpPr>
          <p:nvPr/>
        </p:nvSpPr>
        <p:spPr bwMode="auto">
          <a:xfrm>
            <a:off x="10489406" y="8701285"/>
            <a:ext cx="9144122" cy="1009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Geolocation Algorithm</a:t>
            </a:r>
          </a:p>
        </p:txBody>
      </p:sp>
      <p:sp>
        <p:nvSpPr>
          <p:cNvPr id="191" name="Text Box 8"/>
          <p:cNvSpPr txBox="1">
            <a:spLocks noChangeArrowheads="1"/>
          </p:cNvSpPr>
          <p:nvPr/>
        </p:nvSpPr>
        <p:spPr bwMode="auto">
          <a:xfrm>
            <a:off x="964406" y="3494881"/>
            <a:ext cx="28290682" cy="3279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he-IL"/>
            </a:defPPr>
            <a:lvl1pPr defTabSz="4175125" rtl="0">
              <a:defRPr sz="5500" b="1">
                <a:solidFill>
                  <a:schemeClr val="tx2">
                    <a:lumMod val="75000"/>
                  </a:schemeClr>
                </a:solidFill>
                <a:latin typeface="Century Gothic" pitchFamily="34" charset="0"/>
                <a:cs typeface="Tahoma" pitchFamily="34" charset="0"/>
              </a:defRPr>
            </a:lvl1pPr>
          </a:lstStyle>
          <a:p>
            <a:pPr algn="ctr" defTabSz="3900819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0" dirty="0">
                <a:solidFill>
                  <a:srgbClr val="12487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Search &amp; Rescue Drone Assistant</a:t>
            </a:r>
          </a:p>
        </p:txBody>
      </p:sp>
      <p:sp>
        <p:nvSpPr>
          <p:cNvPr id="104" name="Rectangle 3"/>
          <p:cNvSpPr>
            <a:spLocks noChangeArrowheads="1"/>
          </p:cNvSpPr>
          <p:nvPr/>
        </p:nvSpPr>
        <p:spPr bwMode="auto">
          <a:xfrm>
            <a:off x="1020124" y="7271882"/>
            <a:ext cx="28290682" cy="794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415" tIns="42708" rIns="85415" bIns="42708" anchor="ctr" anchorCtr="0"/>
          <a:lstStyle/>
          <a:p>
            <a:pPr algn="ctr" rtl="0">
              <a:lnSpc>
                <a:spcPct val="80000"/>
              </a:lnSpc>
              <a:spcBef>
                <a:spcPct val="20000"/>
              </a:spcBef>
            </a:pPr>
            <a:r>
              <a:rPr lang="en-US" sz="6000" dirty="0">
                <a:solidFill>
                  <a:srgbClr val="12487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Raz Pizan and Racheli Dor, Supervised by Oren Rosen</a:t>
            </a:r>
          </a:p>
        </p:txBody>
      </p:sp>
      <p:sp>
        <p:nvSpPr>
          <p:cNvPr id="253" name="Rectangle 4"/>
          <p:cNvSpPr>
            <a:spLocks noChangeArrowheads="1"/>
          </p:cNvSpPr>
          <p:nvPr/>
        </p:nvSpPr>
        <p:spPr bwMode="auto">
          <a:xfrm>
            <a:off x="10764000" y="22441048"/>
            <a:ext cx="8781546" cy="1009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defTabSz="85432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 &amp; Performance</a:t>
            </a:r>
            <a:endParaRPr lang="he-IL" sz="5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7" name="Rectangle 4"/>
          <p:cNvSpPr>
            <a:spLocks noChangeArrowheads="1"/>
          </p:cNvSpPr>
          <p:nvPr/>
        </p:nvSpPr>
        <p:spPr bwMode="auto">
          <a:xfrm>
            <a:off x="10728000" y="9057481"/>
            <a:ext cx="8820000" cy="10170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 rtl="0">
              <a:spcBef>
                <a:spcPts val="1682"/>
              </a:spcBef>
              <a:buSzPct val="125000"/>
            </a:pPr>
            <a:endParaRPr lang="en-US" sz="2990" b="0" dirty="0">
              <a:solidFill>
                <a:srgbClr val="000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rtl="0">
              <a:spcBef>
                <a:spcPts val="1682"/>
              </a:spcBef>
              <a:buSzPct val="125000"/>
            </a:pPr>
            <a:endParaRPr lang="en-US" sz="2990" b="0" dirty="0">
              <a:solidFill>
                <a:srgbClr val="000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rtl="0">
              <a:spcBef>
                <a:spcPts val="1682"/>
              </a:spcBef>
              <a:buSzPct val="125000"/>
            </a:pPr>
            <a:endParaRPr lang="en-US" sz="2990" b="0" dirty="0">
              <a:solidFill>
                <a:srgbClr val="000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rtl="0">
              <a:spcBef>
                <a:spcPts val="1682"/>
              </a:spcBef>
              <a:buSzPct val="125000"/>
            </a:pP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Identifying a survivor visually is insufficient; rescue teams require precise geographic coordinates. We developed a proprietary geolocation algorithm that translates 2D pixel locations from the image into 3D real-world coordinates. Utilizing the drone's altitude, spatial position, and camera FOV, the algorithm applies the following scale factor logic: </a:t>
            </a:r>
          </a:p>
          <a:p>
            <a:pPr algn="l" rtl="0">
              <a:spcBef>
                <a:spcPts val="1682"/>
              </a:spcBef>
              <a:buSzPct val="125000"/>
            </a:pP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Offset (m) = (Pixel Center - Image Center) × Scale Factor</a:t>
            </a:r>
          </a:p>
          <a:p>
            <a:pPr algn="l" rtl="0">
              <a:spcBef>
                <a:spcPts val="1682"/>
              </a:spcBef>
              <a:buSzPct val="125000"/>
            </a:pP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calculation provides an exact relative position, which is then converted into absolute global coordinates for rapid team deployment. </a:t>
            </a:r>
          </a:p>
        </p:txBody>
      </p:sp>
      <p:sp>
        <p:nvSpPr>
          <p:cNvPr id="239" name="Rectangle 4"/>
          <p:cNvSpPr>
            <a:spLocks noChangeArrowheads="1"/>
          </p:cNvSpPr>
          <p:nvPr/>
        </p:nvSpPr>
        <p:spPr bwMode="auto">
          <a:xfrm>
            <a:off x="13308806" y="40996171"/>
            <a:ext cx="4267200" cy="594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 rtl="0">
              <a:spcBef>
                <a:spcPts val="1682"/>
              </a:spcBef>
            </a:pPr>
            <a:r>
              <a:rPr lang="en-US" sz="2200" b="0" dirty="0">
                <a:solidFill>
                  <a:schemeClr val="dk1"/>
                </a:solidFill>
                <a:latin typeface="Arial" panose="020B0604020202020204" pitchFamily="34" charset="0"/>
                <a:cs typeface="+mn-cs"/>
              </a:rPr>
              <a:t>Model Training Results</a:t>
            </a:r>
          </a:p>
        </p:txBody>
      </p:sp>
      <p:pic>
        <p:nvPicPr>
          <p:cNvPr id="133" name="Picture 13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63363" y="675481"/>
            <a:ext cx="4076043" cy="1646233"/>
          </a:xfrm>
          <a:prstGeom prst="rect">
            <a:avLst/>
          </a:prstGeom>
          <a:noFill/>
        </p:spPr>
      </p:pic>
      <p:cxnSp>
        <p:nvCxnSpPr>
          <p:cNvPr id="8" name="Straight Connector 7"/>
          <p:cNvCxnSpPr/>
          <p:nvPr/>
        </p:nvCxnSpPr>
        <p:spPr bwMode="auto">
          <a:xfrm>
            <a:off x="0" y="3266281"/>
            <a:ext cx="30275213" cy="0"/>
          </a:xfrm>
          <a:prstGeom prst="line">
            <a:avLst/>
          </a:prstGeom>
          <a:solidFill>
            <a:srgbClr val="000066"/>
          </a:solidFill>
          <a:ln w="88900" cap="flat" cmpd="sng" algn="ctr">
            <a:solidFill>
              <a:srgbClr val="12487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9" name="Rectangle 4"/>
          <p:cNvSpPr>
            <a:spLocks noChangeArrowheads="1"/>
          </p:cNvSpPr>
          <p:nvPr/>
        </p:nvSpPr>
        <p:spPr bwMode="auto">
          <a:xfrm>
            <a:off x="26963121" y="41975881"/>
            <a:ext cx="2041613" cy="827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0"/>
          <a:lstStyle/>
          <a:p>
            <a:pPr algn="l" rtl="0">
              <a:spcBef>
                <a:spcPts val="1682"/>
              </a:spcBef>
              <a:buSzPct val="125000"/>
            </a:pP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June 2026</a:t>
            </a:r>
          </a:p>
        </p:txBody>
      </p:sp>
      <p:sp>
        <p:nvSpPr>
          <p:cNvPr id="132" name="Rounded Rectangle 18"/>
          <p:cNvSpPr/>
          <p:nvPr/>
        </p:nvSpPr>
        <p:spPr>
          <a:xfrm>
            <a:off x="629999" y="8623032"/>
            <a:ext cx="9360000" cy="23827849"/>
          </a:xfrm>
          <a:prstGeom prst="roundRect">
            <a:avLst>
              <a:gd name="adj" fmla="val 3718"/>
            </a:avLst>
          </a:prstGeom>
          <a:noFill/>
          <a:ln w="76200" cap="flat" cmpd="sng" algn="ctr">
            <a:solidFill>
              <a:srgbClr val="124872"/>
            </a:solidFill>
            <a:prstDash val="solid"/>
          </a:ln>
          <a:effectLst/>
        </p:spPr>
        <p:txBody>
          <a:bodyPr rtlCol="1" anchor="ctr"/>
          <a:lstStyle/>
          <a:p>
            <a:pPr algn="ctr" defTabSz="854324" fontAlgn="auto">
              <a:spcBef>
                <a:spcPts val="0"/>
              </a:spcBef>
              <a:spcAft>
                <a:spcPts val="0"/>
              </a:spcAft>
              <a:defRPr/>
            </a:pPr>
            <a:endParaRPr lang="he-IL" sz="7661" b="0" kern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0" name="Rounded Rectangle 171"/>
          <p:cNvSpPr/>
          <p:nvPr/>
        </p:nvSpPr>
        <p:spPr>
          <a:xfrm>
            <a:off x="10458000" y="8623033"/>
            <a:ext cx="9360000" cy="13290095"/>
          </a:xfrm>
          <a:prstGeom prst="roundRect">
            <a:avLst>
              <a:gd name="adj" fmla="val 2631"/>
            </a:avLst>
          </a:prstGeom>
          <a:noFill/>
          <a:ln w="76200" cap="flat" cmpd="sng" algn="ctr">
            <a:solidFill>
              <a:srgbClr val="124872"/>
            </a:solidFill>
            <a:prstDash val="solid"/>
          </a:ln>
          <a:effectLst/>
        </p:spPr>
        <p:txBody>
          <a:bodyPr rtlCol="1" anchor="ctr"/>
          <a:lstStyle/>
          <a:p>
            <a:pPr algn="ctr" defTabSz="854324" fontAlgn="auto">
              <a:spcBef>
                <a:spcPts val="0"/>
              </a:spcBef>
              <a:spcAft>
                <a:spcPts val="0"/>
              </a:spcAft>
              <a:defRPr/>
            </a:pPr>
            <a:endParaRPr lang="he-IL" sz="7661" b="0" kern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1" name="Rounded Rectangle 145"/>
          <p:cNvSpPr/>
          <p:nvPr/>
        </p:nvSpPr>
        <p:spPr>
          <a:xfrm>
            <a:off x="639142" y="32886007"/>
            <a:ext cx="9360000" cy="8875640"/>
          </a:xfrm>
          <a:prstGeom prst="roundRect">
            <a:avLst>
              <a:gd name="adj" fmla="val 3718"/>
            </a:avLst>
          </a:prstGeom>
          <a:noFill/>
          <a:ln w="76200" cap="flat" cmpd="sng" algn="ctr">
            <a:solidFill>
              <a:srgbClr val="124872"/>
            </a:solidFill>
            <a:prstDash val="solid"/>
          </a:ln>
          <a:effectLst/>
        </p:spPr>
        <p:txBody>
          <a:bodyPr rtlCol="1" anchor="ctr"/>
          <a:lstStyle/>
          <a:p>
            <a:pPr algn="ctr" defTabSz="854324" fontAlgn="auto">
              <a:spcBef>
                <a:spcPts val="0"/>
              </a:spcBef>
              <a:spcAft>
                <a:spcPts val="0"/>
              </a:spcAft>
              <a:defRPr/>
            </a:pPr>
            <a:endParaRPr lang="he-IL" sz="7661" b="0" kern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9" name="Rounded Rectangle 193"/>
          <p:cNvSpPr/>
          <p:nvPr/>
        </p:nvSpPr>
        <p:spPr>
          <a:xfrm>
            <a:off x="20262597" y="28946671"/>
            <a:ext cx="9360000" cy="12836830"/>
          </a:xfrm>
          <a:prstGeom prst="roundRect">
            <a:avLst>
              <a:gd name="adj" fmla="val 5128"/>
            </a:avLst>
          </a:prstGeom>
          <a:noFill/>
          <a:ln w="76200" cap="flat" cmpd="sng" algn="ctr">
            <a:solidFill>
              <a:srgbClr val="124872"/>
            </a:solidFill>
            <a:prstDash val="solid"/>
          </a:ln>
          <a:effectLst/>
        </p:spPr>
        <p:txBody>
          <a:bodyPr rtlCol="1" anchor="ctr"/>
          <a:lstStyle/>
          <a:p>
            <a:pPr algn="ctr" defTabSz="854324" fontAlgn="auto">
              <a:spcBef>
                <a:spcPts val="0"/>
              </a:spcBef>
              <a:spcAft>
                <a:spcPts val="0"/>
              </a:spcAft>
              <a:defRPr/>
            </a:pPr>
            <a:endParaRPr lang="he-IL" sz="7661" b="0" kern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0" name="Rounded Rectangle 199"/>
          <p:cNvSpPr/>
          <p:nvPr/>
        </p:nvSpPr>
        <p:spPr>
          <a:xfrm>
            <a:off x="20285999" y="8623032"/>
            <a:ext cx="9360000" cy="19796127"/>
          </a:xfrm>
          <a:prstGeom prst="roundRect">
            <a:avLst>
              <a:gd name="adj" fmla="val 2631"/>
            </a:avLst>
          </a:prstGeom>
          <a:noFill/>
          <a:ln w="76200" cap="flat" cmpd="sng" algn="ctr">
            <a:solidFill>
              <a:srgbClr val="124872"/>
            </a:solidFill>
            <a:prstDash val="solid"/>
          </a:ln>
          <a:effectLst/>
        </p:spPr>
        <p:txBody>
          <a:bodyPr rtlCol="1" anchor="ctr"/>
          <a:lstStyle/>
          <a:p>
            <a:pPr algn="ctr" defTabSz="854324" fontAlgn="auto">
              <a:spcBef>
                <a:spcPts val="0"/>
              </a:spcBef>
              <a:spcAft>
                <a:spcPts val="0"/>
              </a:spcAft>
              <a:defRPr/>
            </a:pPr>
            <a:endParaRPr lang="he-IL" sz="7661" b="0" kern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" name="Rounded Rectangle 172"/>
          <p:cNvSpPr/>
          <p:nvPr/>
        </p:nvSpPr>
        <p:spPr>
          <a:xfrm>
            <a:off x="10458000" y="22381091"/>
            <a:ext cx="9360000" cy="19402410"/>
          </a:xfrm>
          <a:prstGeom prst="roundRect">
            <a:avLst>
              <a:gd name="adj" fmla="val 2058"/>
            </a:avLst>
          </a:prstGeom>
          <a:noFill/>
          <a:ln w="76200" cap="flat" cmpd="sng" algn="ctr">
            <a:solidFill>
              <a:srgbClr val="124872"/>
            </a:solidFill>
            <a:prstDash val="solid"/>
          </a:ln>
          <a:effectLst/>
        </p:spPr>
        <p:txBody>
          <a:bodyPr rtlCol="1" anchor="ctr"/>
          <a:lstStyle/>
          <a:p>
            <a:pPr algn="ctr" defTabSz="854324" fontAlgn="auto">
              <a:spcBef>
                <a:spcPts val="0"/>
              </a:spcBef>
              <a:spcAft>
                <a:spcPts val="0"/>
              </a:spcAft>
              <a:defRPr/>
            </a:pPr>
            <a:endParaRPr lang="he-IL" sz="7661" b="0" kern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E55B8FF5-8C18-4736-BA9C-E834CBC8147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207" y="687463"/>
            <a:ext cx="6764054" cy="1946058"/>
          </a:xfrm>
          <a:prstGeom prst="rect">
            <a:avLst/>
          </a:prstGeom>
        </p:spPr>
      </p:pic>
      <p:pic>
        <p:nvPicPr>
          <p:cNvPr id="10" name="תמונה 9">
            <a:extLst>
              <a:ext uri="{FF2B5EF4-FFF2-40B4-BE49-F238E27FC236}">
                <a16:creationId xmlns:a16="http://schemas.microsoft.com/office/drawing/2014/main" id="{AE8E910E-0E16-4DE4-A829-4A92CC20EB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0844" y="694947"/>
            <a:ext cx="9797144" cy="2048284"/>
          </a:xfrm>
          <a:prstGeom prst="rect">
            <a:avLst/>
          </a:prstGeom>
        </p:spPr>
      </p:pic>
      <p:sp>
        <p:nvSpPr>
          <p:cNvPr id="25" name="Rectangle 2">
            <a:extLst>
              <a:ext uri="{FF2B5EF4-FFF2-40B4-BE49-F238E27FC236}">
                <a16:creationId xmlns:a16="http://schemas.microsoft.com/office/drawing/2014/main" id="{AC515708-B9B5-E1B6-A281-8CEC05D53D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78594" y="31520277"/>
            <a:ext cx="10117163" cy="3837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5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Navigation &amp; Data Acquisition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C4A8A9A-EB30-DCB3-0DAE-4B80370F24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53080" y="8658033"/>
            <a:ext cx="8819526" cy="1009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Architecture 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E95FF06-F567-B2F2-C080-1B9885374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51609" y="9984398"/>
            <a:ext cx="9193605" cy="17995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 rtl="0">
              <a:spcBef>
                <a:spcPts val="1682"/>
              </a:spcBef>
              <a:buSzPct val="125000"/>
            </a:pP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Due to the computational limits of the Crazyflie 2.0 drones, we implemented an end-to-end "Store-and-Process" architecture. The workflow consists of three pillars:</a:t>
            </a:r>
            <a:endParaRPr lang="he-IL" sz="2990" b="0" dirty="0">
              <a:solidFill>
                <a:srgbClr val="000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l" rtl="0">
              <a:spcBef>
                <a:spcPts val="1682"/>
              </a:spcBef>
              <a:buSzPct val="125000"/>
              <a:buFont typeface="Arial" panose="020B0604020202020204" pitchFamily="34" charset="0"/>
              <a:buChar char="•"/>
            </a:pP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Scan: The drone autonomously navigates a predefined search grid using a Python control script.</a:t>
            </a:r>
            <a:endParaRPr lang="he-IL" sz="2990" b="0" dirty="0">
              <a:solidFill>
                <a:srgbClr val="000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l" rtl="0">
              <a:spcBef>
                <a:spcPts val="1682"/>
              </a:spcBef>
              <a:buSzPct val="125000"/>
              <a:buFont typeface="Arial" panose="020B0604020202020204" pitchFamily="34" charset="0"/>
              <a:buChar char="•"/>
            </a:pP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Acquire: High-resolution images and telemetry data are captured at calculated intervals and stored locally</a:t>
            </a:r>
            <a:r>
              <a:rPr lang="he-IL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indent="-457200" algn="l" rtl="0">
              <a:spcBef>
                <a:spcPts val="1682"/>
              </a:spcBef>
              <a:buSzPct val="125000"/>
              <a:buFont typeface="Arial" panose="020B0604020202020204" pitchFamily="34" charset="0"/>
              <a:buChar char="•"/>
            </a:pP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Detect: Advanced offline processing is performed using the YOLOv8s algorithm to rapidly identify survivors within the acquired dataset.</a:t>
            </a:r>
          </a:p>
          <a:p>
            <a:pPr marL="425679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endParaRPr lang="he-IL" sz="2990" b="0" dirty="0">
              <a:solidFill>
                <a:srgbClr val="000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25679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endParaRPr lang="he-IL" sz="2990" b="0" dirty="0">
              <a:solidFill>
                <a:srgbClr val="000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25679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endParaRPr lang="he-IL" sz="2990" b="0" dirty="0">
              <a:solidFill>
                <a:srgbClr val="000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25679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endParaRPr lang="he-IL" sz="2990" b="0" dirty="0">
              <a:solidFill>
                <a:srgbClr val="000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25679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endParaRPr lang="he-IL" sz="2990" b="0" dirty="0">
              <a:solidFill>
                <a:srgbClr val="000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25679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endParaRPr lang="he-IL" sz="2990" b="0" dirty="0">
              <a:solidFill>
                <a:srgbClr val="000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25679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endParaRPr lang="he-IL" sz="2990" b="0" dirty="0">
              <a:solidFill>
                <a:srgbClr val="000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25679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endParaRPr lang="he-IL" sz="2990" b="0" dirty="0">
              <a:solidFill>
                <a:srgbClr val="000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25679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endParaRPr lang="he-IL" sz="2990" b="0" dirty="0">
              <a:solidFill>
                <a:srgbClr val="000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25679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endParaRPr lang="he-IL" sz="2990" b="0" dirty="0">
              <a:solidFill>
                <a:srgbClr val="000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l" rtl="0">
              <a:spcBef>
                <a:spcPts val="1682"/>
              </a:spcBef>
              <a:buSzPct val="125000"/>
            </a:pP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selected the YOLOv8s architecture for its optimal balance between exceptional processing speed and high detection accuracy, tailored for identifying targets in complex terrains. </a:t>
            </a:r>
            <a:endParaRPr lang="he-IL" sz="2990" b="0" dirty="0">
              <a:solidFill>
                <a:srgbClr val="000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l" rtl="0">
              <a:spcBef>
                <a:spcPts val="1682"/>
              </a:spcBef>
              <a:buSzPct val="125000"/>
            </a:pP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adapt the model to the virtual environment, we generated a custom synthetic dataset, manually labeled the images to establish ground truth, and fine-tuned the network to accurately detect survivors within the simulation. 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3F4F9750-9574-666D-FD42-30E044981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86206" y="40885343"/>
            <a:ext cx="4267200" cy="594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 rtl="0">
              <a:spcBef>
                <a:spcPts val="1682"/>
              </a:spcBef>
            </a:pPr>
            <a:r>
              <a:rPr lang="en-US" sz="2200" b="0" dirty="0">
                <a:solidFill>
                  <a:schemeClr val="dk1"/>
                </a:solidFill>
                <a:latin typeface="Arial" panose="020B0604020202020204" pitchFamily="34" charset="0"/>
                <a:cs typeface="+mn-cs"/>
              </a:rPr>
              <a:t>Detection of survivors in Airsim</a:t>
            </a: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ACD4811C-97E9-2790-6D87-5C577936A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55250" y="36066262"/>
            <a:ext cx="5620756" cy="575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rtl="0">
              <a:spcBef>
                <a:spcPts val="1682"/>
              </a:spcBef>
            </a:pPr>
            <a:r>
              <a:rPr lang="en-US" sz="2200" b="0" dirty="0">
                <a:solidFill>
                  <a:schemeClr val="dk1"/>
                </a:solidFill>
                <a:latin typeface="Arial" panose="020B0604020202020204" pitchFamily="34" charset="0"/>
                <a:cs typeface="+mn-cs"/>
              </a:rPr>
              <a:t>Confusion Matrix</a:t>
            </a: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2B889ABB-FB29-58EA-7CEA-84F95E9580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350" y="34398782"/>
            <a:ext cx="9193605" cy="9329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884362" lvl="1" indent="-457200" algn="l" rtl="0">
              <a:spcBef>
                <a:spcPts val="1682"/>
              </a:spcBef>
              <a:buSzPct val="75000"/>
              <a:buFont typeface="Arial" panose="020B0604020202020204" pitchFamily="34" charset="0"/>
              <a:buChar char="•"/>
            </a:pP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ensure complete terrain coverage without blind spots, the drone executes an autonomous Lawnmower (Zigzag) Pattern.</a:t>
            </a:r>
          </a:p>
          <a:p>
            <a:pPr marL="961114" lvl="1" indent="-533952" algn="l" rtl="0">
              <a:spcBef>
                <a:spcPts val="1682"/>
              </a:spcBef>
              <a:buSzPct val="75000"/>
              <a:buFont typeface="Wingdings" panose="05000000000000000000" pitchFamily="2" charset="2"/>
              <a:buChar char="§"/>
            </a:pP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control algorithm calculates the optimal altitude and camera Field of View to determine the exact distance between flight lines. </a:t>
            </a:r>
          </a:p>
          <a:p>
            <a:pPr marL="961114" lvl="1" indent="-533952" algn="l" rtl="0">
              <a:spcBef>
                <a:spcPts val="1682"/>
              </a:spcBef>
              <a:buSzPct val="75000"/>
              <a:buFont typeface="Wingdings" panose="05000000000000000000" pitchFamily="2" charset="2"/>
              <a:buChar char="§"/>
            </a:pP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the drone traverses the grid, it triggers periodic snapshots. Each image is automatically logged alongside precise GPS and telemetry metadata, creating a highly structured dataset ready for post-flight evaluation.</a:t>
            </a:r>
          </a:p>
        </p:txBody>
      </p:sp>
      <p:sp>
        <p:nvSpPr>
          <p:cNvPr id="21" name="Rectangle 4">
            <a:extLst>
              <a:ext uri="{FF2B5EF4-FFF2-40B4-BE49-F238E27FC236}">
                <a16:creationId xmlns:a16="http://schemas.microsoft.com/office/drawing/2014/main" id="{91B99137-8A03-9D1C-34A7-8A131B37A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90350" y="23275880"/>
            <a:ext cx="9193605" cy="14873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 rtl="0">
              <a:spcBef>
                <a:spcPts val="1682"/>
              </a:spcBef>
              <a:buSzPct val="125000"/>
            </a:pPr>
            <a:endParaRPr lang="he-IL" sz="2990" b="0" dirty="0">
              <a:solidFill>
                <a:srgbClr val="000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rtl="0">
              <a:spcBef>
                <a:spcPts val="1682"/>
              </a:spcBef>
              <a:buSzPct val="125000"/>
            </a:pP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transition to synthetic data training yielded exceptional results, proving the viability of our offline processing pipeline.</a:t>
            </a:r>
            <a:endParaRPr lang="he-IL" sz="2990" b="0" dirty="0">
              <a:solidFill>
                <a:srgbClr val="000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25679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Detection Accuracy: The fine-tuned YOLOv8s model achieved a 9</a:t>
            </a:r>
            <a:r>
              <a:rPr lang="he-IL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overall detection accuracy within the simulated disaster zone.</a:t>
            </a:r>
            <a:endParaRPr lang="he-IL" sz="2990" b="0" dirty="0">
              <a:solidFill>
                <a:srgbClr val="000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25679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True Positives: Achieved a 96% success rate in correctly identifying human figures (Precision).</a:t>
            </a:r>
            <a:endParaRPr lang="he-IL" sz="2990" b="0" dirty="0">
              <a:solidFill>
                <a:srgbClr val="000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25679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r>
              <a:rPr lang="en-US" sz="2990" b="0" dirty="0">
                <a:solidFill>
                  <a:srgbClr val="000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Background Filtering: Demonstrated near-perfect reliability with 100% accuracy in filtering out background noise, effectively eliminating false positives and ensuring rescue resources are only deployed to verified targets.</a:t>
            </a:r>
          </a:p>
          <a:p>
            <a:pPr algn="l" rtl="0">
              <a:spcBef>
                <a:spcPts val="1682"/>
              </a:spcBef>
              <a:buSzPct val="125000"/>
            </a:pPr>
            <a:endParaRPr lang="en-US" sz="2990" b="0" dirty="0">
              <a:solidFill>
                <a:srgbClr val="000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rtl="0">
              <a:spcBef>
                <a:spcPts val="1682"/>
              </a:spcBef>
              <a:buSzPct val="125000"/>
            </a:pPr>
            <a:endParaRPr lang="en-US" sz="2990" b="0" dirty="0">
              <a:solidFill>
                <a:srgbClr val="000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rtl="0">
              <a:spcBef>
                <a:spcPts val="1682"/>
              </a:spcBef>
              <a:buSzPct val="125000"/>
            </a:pPr>
            <a:endParaRPr lang="en-US" sz="2990" b="0" dirty="0">
              <a:solidFill>
                <a:srgbClr val="000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rtl="0">
              <a:spcBef>
                <a:spcPts val="1682"/>
              </a:spcBef>
              <a:buSzPct val="125000"/>
            </a:pPr>
            <a:endParaRPr lang="en-US" sz="2990" b="0" dirty="0">
              <a:solidFill>
                <a:srgbClr val="000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AFE31B-D14B-23E2-C0A0-81F22CEA9D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1299" y="16601281"/>
            <a:ext cx="8182950" cy="4467060"/>
          </a:xfrm>
          <a:prstGeom prst="rect">
            <a:avLst/>
          </a:prstGeom>
        </p:spPr>
      </p:pic>
      <p:pic>
        <p:nvPicPr>
          <p:cNvPr id="7" name="תמונה 1">
            <a:extLst>
              <a:ext uri="{FF2B5EF4-FFF2-40B4-BE49-F238E27FC236}">
                <a16:creationId xmlns:a16="http://schemas.microsoft.com/office/drawing/2014/main" id="{1567F72C-40AB-A849-2BD2-F3DF2F30E9CA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954971" y="36184681"/>
            <a:ext cx="8051035" cy="4609217"/>
          </a:xfrm>
          <a:prstGeom prst="rect">
            <a:avLst/>
          </a:prstGeom>
        </p:spPr>
      </p:pic>
      <p:pic>
        <p:nvPicPr>
          <p:cNvPr id="16" name="תמונה 10">
            <a:extLst>
              <a:ext uri="{FF2B5EF4-FFF2-40B4-BE49-F238E27FC236}">
                <a16:creationId xmlns:a16="http://schemas.microsoft.com/office/drawing/2014/main" id="{37E6C16F-744E-276D-F05A-49EC635F77E7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3448" y="31047390"/>
            <a:ext cx="6562089" cy="4885643"/>
          </a:xfrm>
          <a:prstGeom prst="rect">
            <a:avLst/>
          </a:prstGeom>
        </p:spPr>
      </p:pic>
      <p:pic>
        <p:nvPicPr>
          <p:cNvPr id="18" name="תמונה 14">
            <a:extLst>
              <a:ext uri="{FF2B5EF4-FFF2-40B4-BE49-F238E27FC236}">
                <a16:creationId xmlns:a16="http://schemas.microsoft.com/office/drawing/2014/main" id="{C984D355-94D8-C2E7-7001-E778C8FDF051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85345" y="36792780"/>
            <a:ext cx="8771861" cy="4192501"/>
          </a:xfrm>
          <a:prstGeom prst="rect">
            <a:avLst/>
          </a:prstGeom>
        </p:spPr>
      </p:pic>
      <p:sp>
        <p:nvSpPr>
          <p:cNvPr id="26" name="Rectangle 3">
            <a:extLst>
              <a:ext uri="{FF2B5EF4-FFF2-40B4-BE49-F238E27FC236}">
                <a16:creationId xmlns:a16="http://schemas.microsoft.com/office/drawing/2014/main" id="{189D7019-CF25-0128-2CA5-D727591C7D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64000" y="10048081"/>
            <a:ext cx="8793206" cy="1009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l" defTabSz="3900819" rtl="0"/>
            <a:r>
              <a:rPr lang="en-US" sz="5400" dirty="0">
                <a:solidFill>
                  <a:srgbClr val="12487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Pixel-to-GPS Geolocation</a:t>
            </a:r>
          </a:p>
        </p:txBody>
      </p:sp>
      <p:pic>
        <p:nvPicPr>
          <p:cNvPr id="27" name="תמונה 4" descr="תמונה שמכילה צילום מסך, כדוק, עיצוב, בתוך מבנ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C31F01DC-0D54-E2D5-66CC-2A1BB364C69F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227" r="-3" b="-3"/>
          <a:stretch>
            <a:fillRect/>
          </a:stretch>
        </p:blipFill>
        <p:spPr>
          <a:xfrm>
            <a:off x="11348942" y="17374761"/>
            <a:ext cx="3941064" cy="4096512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F8BA905E-41DA-1576-1C19-09F29F0409FA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1" r="-1704" b="19287"/>
          <a:stretch>
            <a:fillRect/>
          </a:stretch>
        </p:blipFill>
        <p:spPr>
          <a:xfrm>
            <a:off x="16134560" y="17416370"/>
            <a:ext cx="2813046" cy="3996556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96988C1F-C031-4ABF-B8A5-BCCC14F3B3E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732395" y="16690820"/>
            <a:ext cx="8632032" cy="6379017"/>
          </a:xfrm>
          <a:prstGeom prst="rect">
            <a:avLst/>
          </a:prstGeom>
        </p:spPr>
      </p:pic>
      <p:sp>
        <p:nvSpPr>
          <p:cNvPr id="45" name="Rectangle 3">
            <a:extLst>
              <a:ext uri="{FF2B5EF4-FFF2-40B4-BE49-F238E27FC236}">
                <a16:creationId xmlns:a16="http://schemas.microsoft.com/office/drawing/2014/main" id="{29944476-D3E9-2534-A5D9-B6FA5B3A61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42630" y="22441048"/>
            <a:ext cx="5523461" cy="1009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l" defTabSz="3900819" rtl="0"/>
            <a:r>
              <a:rPr lang="en-US" sz="5400" dirty="0">
                <a:solidFill>
                  <a:srgbClr val="12487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YOLOv8s</a:t>
            </a:r>
            <a:r>
              <a:rPr lang="he-IL" sz="5400" dirty="0">
                <a:solidFill>
                  <a:srgbClr val="12487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400" dirty="0">
                <a:solidFill>
                  <a:srgbClr val="12487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66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1042988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600" b="1" i="0" u="none" strike="noStrike" cap="none" normalizeH="0" baseline="0" smtClean="0">
            <a:ln>
              <a:noFill/>
            </a:ln>
            <a:solidFill>
              <a:srgbClr val="003399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66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1042988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600" b="1" i="0" u="none" strike="noStrike" cap="none" normalizeH="0" baseline="0" smtClean="0">
            <a:ln>
              <a:noFill/>
            </a:ln>
            <a:solidFill>
              <a:srgbClr val="003399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Office\Templates\Blank Presentation.pot</Template>
  <TotalTime>1508</TotalTime>
  <Words>698</Words>
  <Application>Microsoft Office PowerPoint</Application>
  <PresentationFormat>Custom</PresentationFormat>
  <Paragraphs>61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Times New Roman</vt:lpstr>
      <vt:lpstr>Wingdings</vt:lpstr>
      <vt:lpstr>Blank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Racheli</dc:creator>
  <cp:lastModifiedBy>רחלי דור</cp:lastModifiedBy>
  <cp:revision>4</cp:revision>
  <dcterms:created xsi:type="dcterms:W3CDTF">2016-09-01T09:00:45Z</dcterms:created>
  <dcterms:modified xsi:type="dcterms:W3CDTF">2026-06-08T19:27:59Z</dcterms:modified>
</cp:coreProperties>
</file>